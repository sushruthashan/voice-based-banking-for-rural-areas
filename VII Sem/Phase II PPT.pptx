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Lst>
  <p:notesMasterIdLst>
    <p:notesMasterId r:id="rId32"/>
  </p:notesMasterIdLst>
  <p:sldIdLst>
    <p:sldId id="256" r:id="rId4"/>
    <p:sldId id="257" r:id="rId5"/>
    <p:sldId id="258" r:id="rId6"/>
    <p:sldId id="259" r:id="rId7"/>
    <p:sldId id="260" r:id="rId8"/>
    <p:sldId id="261" r:id="rId9"/>
    <p:sldId id="262" r:id="rId10"/>
    <p:sldId id="263" r:id="rId11"/>
    <p:sldId id="265" r:id="rId12"/>
    <p:sldId id="264" r:id="rId13"/>
    <p:sldId id="266" r:id="rId14"/>
    <p:sldId id="274" r:id="rId15"/>
    <p:sldId id="276" r:id="rId16"/>
    <p:sldId id="280" r:id="rId17"/>
    <p:sldId id="279" r:id="rId18"/>
    <p:sldId id="283" r:id="rId19"/>
    <p:sldId id="284" r:id="rId20"/>
    <p:sldId id="285" r:id="rId21"/>
    <p:sldId id="268" r:id="rId22"/>
    <p:sldId id="269" r:id="rId23"/>
    <p:sldId id="281" r:id="rId24"/>
    <p:sldId id="282" r:id="rId25"/>
    <p:sldId id="286" r:id="rId26"/>
    <p:sldId id="287" r:id="rId27"/>
    <p:sldId id="270" r:id="rId28"/>
    <p:sldId id="271" r:id="rId29"/>
    <p:sldId id="272" r:id="rId30"/>
    <p:sldId id="273" r:id="rId31"/>
  </p:sldIdLst>
  <p:sldSz cx="9144000" cy="5143500" type="screen16x9"/>
  <p:notesSz cx="6858000" cy="9144000"/>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874" y="77"/>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B0F00D3A-294E-575A-B9A1-4D59C4B3DDF9}"/>
              </a:ext>
            </a:extLst>
          </p:cNvPr>
          <p:cNvSpPr>
            <a:spLocks noGrp="1" noRot="1" noChangeAspect="1" noChangeArrowheads="1"/>
          </p:cNvSpPr>
          <p:nvPr>
            <p:ph type="sldImg"/>
          </p:nvPr>
        </p:nvSpPr>
        <p:spPr bwMode="auto">
          <a:xfrm>
            <a:off x="1106488" y="812800"/>
            <a:ext cx="5343525"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AFA62718-67BD-8742-3216-AD0895F0C622}"/>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4099" name="Rectangle 3">
            <a:extLst>
              <a:ext uri="{FF2B5EF4-FFF2-40B4-BE49-F238E27FC236}">
                <a16:creationId xmlns:a16="http://schemas.microsoft.com/office/drawing/2014/main" id="{BEBAF214-5B39-DF11-A24C-5892FC2DB22B}"/>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pPr>
              <a:defRPr/>
            </a:pPr>
            <a:endParaRPr lang="en-IN" altLang="en-US"/>
          </a:p>
        </p:txBody>
      </p:sp>
      <p:sp>
        <p:nvSpPr>
          <p:cNvPr id="4100" name="Rectangle 4">
            <a:extLst>
              <a:ext uri="{FF2B5EF4-FFF2-40B4-BE49-F238E27FC236}">
                <a16:creationId xmlns:a16="http://schemas.microsoft.com/office/drawing/2014/main" id="{9D632739-2C4F-D32D-D4FF-A1CCE2A13A6D}"/>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pPr>
              <a:defRPr/>
            </a:pPr>
            <a:endParaRPr lang="en-IN" altLang="en-US"/>
          </a:p>
        </p:txBody>
      </p:sp>
      <p:sp>
        <p:nvSpPr>
          <p:cNvPr id="4101" name="Rectangle 5">
            <a:extLst>
              <a:ext uri="{FF2B5EF4-FFF2-40B4-BE49-F238E27FC236}">
                <a16:creationId xmlns:a16="http://schemas.microsoft.com/office/drawing/2014/main" id="{4C5BC0F5-B895-120C-08B5-41F11D8BE584}"/>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pPr>
              <a:defRPr/>
            </a:pPr>
            <a:endParaRPr lang="en-IN" altLang="en-US"/>
          </a:p>
        </p:txBody>
      </p:sp>
      <p:sp>
        <p:nvSpPr>
          <p:cNvPr id="4102" name="Rectangle 6">
            <a:extLst>
              <a:ext uri="{FF2B5EF4-FFF2-40B4-BE49-F238E27FC236}">
                <a16:creationId xmlns:a16="http://schemas.microsoft.com/office/drawing/2014/main" id="{349F9AF6-9BF1-0B37-0AB5-85398698AFA2}"/>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pPr>
              <a:defRPr/>
            </a:pPr>
            <a:fld id="{98C7A66B-F7D1-4E03-B0B7-F3E4C77E9D88}"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EC5ADD32-4342-914A-213E-254F4B1CD50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914B2DF-9C0C-466B-804D-2766AA38DD6F}" type="slidenum">
              <a:rPr lang="en-IN" altLang="en-US" sz="1400" smtClean="0"/>
              <a:pPr>
                <a:spcBef>
                  <a:spcPct val="0"/>
                </a:spcBef>
              </a:pPr>
              <a:t>1</a:t>
            </a:fld>
            <a:endParaRPr lang="en-IN" altLang="en-US" sz="1400"/>
          </a:p>
        </p:txBody>
      </p:sp>
      <p:sp>
        <p:nvSpPr>
          <p:cNvPr id="6147" name="Rectangle 1">
            <a:extLst>
              <a:ext uri="{FF2B5EF4-FFF2-40B4-BE49-F238E27FC236}">
                <a16:creationId xmlns:a16="http://schemas.microsoft.com/office/drawing/2014/main" id="{5A13F236-43F2-2A94-78FF-ED1B833870BB}"/>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BC91DD9A-A0AD-E387-4BEF-B76F87BED70F}"/>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CB0C33CF-0E99-F0C6-7B6B-E20260C05A6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9F6A66BC-E581-4F48-9961-4FC27120FD53}" type="slidenum">
              <a:rPr lang="en-IN" altLang="en-US" sz="1400" smtClean="0"/>
              <a:pPr>
                <a:spcBef>
                  <a:spcPct val="0"/>
                </a:spcBef>
              </a:pPr>
              <a:t>2</a:t>
            </a:fld>
            <a:endParaRPr lang="en-IN" altLang="en-US" sz="1400"/>
          </a:p>
        </p:txBody>
      </p:sp>
      <p:sp>
        <p:nvSpPr>
          <p:cNvPr id="8195" name="Rectangle 1">
            <a:extLst>
              <a:ext uri="{FF2B5EF4-FFF2-40B4-BE49-F238E27FC236}">
                <a16:creationId xmlns:a16="http://schemas.microsoft.com/office/drawing/2014/main" id="{C36A3B58-DC12-3554-337B-AE5A55A55202}"/>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6" name="Rectangle 2">
            <a:extLst>
              <a:ext uri="{FF2B5EF4-FFF2-40B4-BE49-F238E27FC236}">
                <a16:creationId xmlns:a16="http://schemas.microsoft.com/office/drawing/2014/main" id="{8028515C-DDBA-164F-E33D-534BE091BB60}"/>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D92A7FE9-2ACD-CCC0-54A1-A00D41B8D42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88B3A3C-E5AE-41C9-AFCC-6F44CDEFDEB5}" type="slidenum">
              <a:rPr lang="en-IN" altLang="en-US" sz="1400" smtClean="0"/>
              <a:pPr>
                <a:spcBef>
                  <a:spcPct val="0"/>
                </a:spcBef>
              </a:pPr>
              <a:t>3</a:t>
            </a:fld>
            <a:endParaRPr lang="en-IN" altLang="en-US" sz="1400"/>
          </a:p>
        </p:txBody>
      </p:sp>
      <p:sp>
        <p:nvSpPr>
          <p:cNvPr id="10243" name="Rectangle 1">
            <a:extLst>
              <a:ext uri="{FF2B5EF4-FFF2-40B4-BE49-F238E27FC236}">
                <a16:creationId xmlns:a16="http://schemas.microsoft.com/office/drawing/2014/main" id="{EE037014-3F5D-EAD0-BB46-CF40B4AD1C48}"/>
              </a:ext>
            </a:extLst>
          </p:cNvPr>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4" name="Rectangle 2">
            <a:extLst>
              <a:ext uri="{FF2B5EF4-FFF2-40B4-BE49-F238E27FC236}">
                <a16:creationId xmlns:a16="http://schemas.microsoft.com/office/drawing/2014/main" id="{76F65CB7-067C-9E89-7F63-FFB6D3AAE460}"/>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6">
            <a:extLst>
              <a:ext uri="{FF2B5EF4-FFF2-40B4-BE49-F238E27FC236}">
                <a16:creationId xmlns:a16="http://schemas.microsoft.com/office/drawing/2014/main" id="{089E32C3-83E7-942B-0FEB-31B606E9674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AE972CE9-9B1D-487A-A623-DF0E9168F6F3}" type="slidenum">
              <a:rPr lang="en-IN" altLang="en-US" sz="1400" smtClean="0"/>
              <a:pPr>
                <a:spcBef>
                  <a:spcPct val="0"/>
                </a:spcBef>
              </a:pPr>
              <a:t>4</a:t>
            </a:fld>
            <a:endParaRPr lang="en-IN" altLang="en-US" sz="1400"/>
          </a:p>
        </p:txBody>
      </p:sp>
      <p:sp>
        <p:nvSpPr>
          <p:cNvPr id="12291" name="Rectangle 1">
            <a:extLst>
              <a:ext uri="{FF2B5EF4-FFF2-40B4-BE49-F238E27FC236}">
                <a16:creationId xmlns:a16="http://schemas.microsoft.com/office/drawing/2014/main" id="{39C7C9D5-C45C-757D-0564-CB9BF87F9549}"/>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92" name="Rectangle 2">
            <a:extLst>
              <a:ext uri="{FF2B5EF4-FFF2-40B4-BE49-F238E27FC236}">
                <a16:creationId xmlns:a16="http://schemas.microsoft.com/office/drawing/2014/main" id="{178AAA95-0FEC-A29A-0A07-A469FF1FCD0C}"/>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8D859438-069A-8E9F-8AF0-526B15CD04F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3995963-D6A0-4172-94B0-38D9B7BF6C8B}" type="slidenum">
              <a:rPr lang="en-IN" altLang="en-US" sz="1400" smtClean="0"/>
              <a:pPr>
                <a:spcBef>
                  <a:spcPct val="0"/>
                </a:spcBef>
              </a:pPr>
              <a:t>5</a:t>
            </a:fld>
            <a:endParaRPr lang="en-IN" altLang="en-US" sz="1400"/>
          </a:p>
        </p:txBody>
      </p:sp>
      <p:sp>
        <p:nvSpPr>
          <p:cNvPr id="14339" name="Rectangle 1">
            <a:extLst>
              <a:ext uri="{FF2B5EF4-FFF2-40B4-BE49-F238E27FC236}">
                <a16:creationId xmlns:a16="http://schemas.microsoft.com/office/drawing/2014/main" id="{3381B2C5-697C-B98E-D6F6-C6C9CCA6E828}"/>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40" name="Rectangle 2">
            <a:extLst>
              <a:ext uri="{FF2B5EF4-FFF2-40B4-BE49-F238E27FC236}">
                <a16:creationId xmlns:a16="http://schemas.microsoft.com/office/drawing/2014/main" id="{A570CA11-D6FE-A6C0-2698-FF90F587F345}"/>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7C22CF56-0414-DD33-C2F5-FB457CAF516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425A5227-02CA-49F3-B696-7FD4C0CA05E2}" type="slidenum">
              <a:rPr lang="en-IN" altLang="en-US" sz="1400" smtClean="0"/>
              <a:pPr>
                <a:spcBef>
                  <a:spcPct val="0"/>
                </a:spcBef>
              </a:pPr>
              <a:t>6</a:t>
            </a:fld>
            <a:endParaRPr lang="en-IN" altLang="en-US" sz="1400"/>
          </a:p>
        </p:txBody>
      </p:sp>
      <p:sp>
        <p:nvSpPr>
          <p:cNvPr id="16387" name="Rectangle 1">
            <a:extLst>
              <a:ext uri="{FF2B5EF4-FFF2-40B4-BE49-F238E27FC236}">
                <a16:creationId xmlns:a16="http://schemas.microsoft.com/office/drawing/2014/main" id="{0CE2D7FA-37D5-6DAE-6C0C-80023227E2CF}"/>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8" name="Rectangle 2">
            <a:extLst>
              <a:ext uri="{FF2B5EF4-FFF2-40B4-BE49-F238E27FC236}">
                <a16:creationId xmlns:a16="http://schemas.microsoft.com/office/drawing/2014/main" id="{9B5F4112-876B-C499-9B49-37D99334EC3B}"/>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D53354A3-FA12-22E3-8C36-F7BFBDA485A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D35D471-C46E-45A4-9E0F-F60089BC843B}" type="slidenum">
              <a:rPr lang="en-IN" altLang="en-US" sz="1400" smtClean="0"/>
              <a:pPr>
                <a:spcBef>
                  <a:spcPct val="0"/>
                </a:spcBef>
              </a:pPr>
              <a:t>7</a:t>
            </a:fld>
            <a:endParaRPr lang="en-IN" altLang="en-US" sz="1400"/>
          </a:p>
        </p:txBody>
      </p:sp>
      <p:sp>
        <p:nvSpPr>
          <p:cNvPr id="18435" name="Rectangle 1">
            <a:extLst>
              <a:ext uri="{FF2B5EF4-FFF2-40B4-BE49-F238E27FC236}">
                <a16:creationId xmlns:a16="http://schemas.microsoft.com/office/drawing/2014/main" id="{D166A37E-9EF8-D1CD-9E6D-2B0D4BC686F2}"/>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6" name="Rectangle 2">
            <a:extLst>
              <a:ext uri="{FF2B5EF4-FFF2-40B4-BE49-F238E27FC236}">
                <a16:creationId xmlns:a16="http://schemas.microsoft.com/office/drawing/2014/main" id="{D247202D-5D26-E83F-0AC2-D789582A8860}"/>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181AB315-53E9-86EE-3F1C-8698E9E35EF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E016B7C0-91D0-45C1-B23E-26AD1AF344C3}" type="slidenum">
              <a:rPr lang="en-IN" altLang="en-US" sz="1400" smtClean="0"/>
              <a:pPr>
                <a:spcBef>
                  <a:spcPct val="0"/>
                </a:spcBef>
              </a:pPr>
              <a:t>8</a:t>
            </a:fld>
            <a:endParaRPr lang="en-IN" altLang="en-US" sz="1400"/>
          </a:p>
        </p:txBody>
      </p:sp>
      <p:sp>
        <p:nvSpPr>
          <p:cNvPr id="20483" name="Rectangle 1">
            <a:extLst>
              <a:ext uri="{FF2B5EF4-FFF2-40B4-BE49-F238E27FC236}">
                <a16:creationId xmlns:a16="http://schemas.microsoft.com/office/drawing/2014/main" id="{4BBAD093-ABD5-8A85-B1A2-3A2269C9BD72}"/>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4" name="Rectangle 2">
            <a:extLst>
              <a:ext uri="{FF2B5EF4-FFF2-40B4-BE49-F238E27FC236}">
                <a16:creationId xmlns:a16="http://schemas.microsoft.com/office/drawing/2014/main" id="{EE3947A3-34F4-18DD-E67D-2F1770CC0159}"/>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0DD56947-4762-E466-4B9F-EB67515C9E0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A70EE29A-297E-46EA-A194-E6C61FC9D58F}" type="slidenum">
              <a:rPr lang="en-IN" altLang="en-US" sz="1400" smtClean="0"/>
              <a:pPr>
                <a:spcBef>
                  <a:spcPct val="0"/>
                </a:spcBef>
              </a:pPr>
              <a:t>9</a:t>
            </a:fld>
            <a:endParaRPr lang="en-IN" altLang="en-US" sz="1400"/>
          </a:p>
        </p:txBody>
      </p:sp>
      <p:sp>
        <p:nvSpPr>
          <p:cNvPr id="22531" name="Rectangle 1">
            <a:extLst>
              <a:ext uri="{FF2B5EF4-FFF2-40B4-BE49-F238E27FC236}">
                <a16:creationId xmlns:a16="http://schemas.microsoft.com/office/drawing/2014/main" id="{25395B12-4D34-2431-5272-0B3CE4186E63}"/>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2" name="Rectangle 2">
            <a:extLst>
              <a:ext uri="{FF2B5EF4-FFF2-40B4-BE49-F238E27FC236}">
                <a16:creationId xmlns:a16="http://schemas.microsoft.com/office/drawing/2014/main" id="{97661442-30C8-6A4B-4615-1A384E427CE4}"/>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E7D5A403-CCEF-E411-FC58-D98CECA72B8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B7CE236-B031-48EA-A781-272E4AAA4B69}" type="slidenum">
              <a:rPr lang="en-IN" altLang="en-US" sz="1400" smtClean="0"/>
              <a:pPr>
                <a:spcBef>
                  <a:spcPct val="0"/>
                </a:spcBef>
              </a:pPr>
              <a:t>10</a:t>
            </a:fld>
            <a:endParaRPr lang="en-IN" altLang="en-US" sz="1400"/>
          </a:p>
        </p:txBody>
      </p:sp>
      <p:sp>
        <p:nvSpPr>
          <p:cNvPr id="24579" name="Rectangle 1">
            <a:extLst>
              <a:ext uri="{FF2B5EF4-FFF2-40B4-BE49-F238E27FC236}">
                <a16:creationId xmlns:a16="http://schemas.microsoft.com/office/drawing/2014/main" id="{722B3BA3-767F-C8B9-CAB6-DF879BF8EFDB}"/>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3B4D7DBE-A5CA-1D57-A0C9-00FA9F43DE80}"/>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3F13F739-4AA8-32BE-893B-774C843629E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4C3087D-DBDA-4F74-8F46-E2B59F3B66AD}" type="slidenum">
              <a:rPr lang="en-IN" altLang="en-US" sz="1400" smtClean="0"/>
              <a:pPr>
                <a:spcBef>
                  <a:spcPct val="0"/>
                </a:spcBef>
              </a:pPr>
              <a:t>11</a:t>
            </a:fld>
            <a:endParaRPr lang="en-IN" altLang="en-US" sz="1400"/>
          </a:p>
        </p:txBody>
      </p:sp>
      <p:sp>
        <p:nvSpPr>
          <p:cNvPr id="26627" name="Rectangle 1">
            <a:extLst>
              <a:ext uri="{FF2B5EF4-FFF2-40B4-BE49-F238E27FC236}">
                <a16:creationId xmlns:a16="http://schemas.microsoft.com/office/drawing/2014/main" id="{901BD717-6262-865B-2765-C6C95B6A2F0E}"/>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8" name="Rectangle 2">
            <a:extLst>
              <a:ext uri="{FF2B5EF4-FFF2-40B4-BE49-F238E27FC236}">
                <a16:creationId xmlns:a16="http://schemas.microsoft.com/office/drawing/2014/main" id="{FAAC9F81-F8A2-7EB9-1875-2E4E2404F425}"/>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29857585-3285-DEE8-AEF2-1BB926DC8EA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EABFBFF9-6DDF-43CB-B358-57532C0259E0}" type="slidenum">
              <a:rPr lang="en-IN" altLang="en-US" sz="1400" smtClean="0"/>
              <a:pPr>
                <a:spcBef>
                  <a:spcPct val="0"/>
                </a:spcBef>
              </a:pPr>
              <a:t>12</a:t>
            </a:fld>
            <a:endParaRPr lang="en-IN" altLang="en-US" sz="1400"/>
          </a:p>
        </p:txBody>
      </p:sp>
      <p:sp>
        <p:nvSpPr>
          <p:cNvPr id="28675" name="Rectangle 1">
            <a:extLst>
              <a:ext uri="{FF2B5EF4-FFF2-40B4-BE49-F238E27FC236}">
                <a16:creationId xmlns:a16="http://schemas.microsoft.com/office/drawing/2014/main" id="{63847226-3E61-2F8A-8B85-16C4EE270505}"/>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6" name="Rectangle 2">
            <a:extLst>
              <a:ext uri="{FF2B5EF4-FFF2-40B4-BE49-F238E27FC236}">
                <a16:creationId xmlns:a16="http://schemas.microsoft.com/office/drawing/2014/main" id="{A516EB2E-CEC2-A327-016D-450764C91DEC}"/>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C76448B0-48DA-AAB6-22A7-DE13EF89AC7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5C2863AE-5CBA-4FD6-B4E3-527BE51FD87E}" type="slidenum">
              <a:rPr lang="en-IN" altLang="en-US" sz="1400" smtClean="0"/>
              <a:pPr>
                <a:spcBef>
                  <a:spcPct val="0"/>
                </a:spcBef>
              </a:pPr>
              <a:t>13</a:t>
            </a:fld>
            <a:endParaRPr lang="en-IN" altLang="en-US" sz="1400"/>
          </a:p>
        </p:txBody>
      </p:sp>
      <p:sp>
        <p:nvSpPr>
          <p:cNvPr id="30723" name="Rectangle 1">
            <a:extLst>
              <a:ext uri="{FF2B5EF4-FFF2-40B4-BE49-F238E27FC236}">
                <a16:creationId xmlns:a16="http://schemas.microsoft.com/office/drawing/2014/main" id="{09B329C2-8A38-F6BB-CA33-172B07F25B78}"/>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Rectangle 2">
            <a:extLst>
              <a:ext uri="{FF2B5EF4-FFF2-40B4-BE49-F238E27FC236}">
                <a16:creationId xmlns:a16="http://schemas.microsoft.com/office/drawing/2014/main" id="{94B55017-8037-CA2A-E4B3-AA011B5F442C}"/>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ADCB8240-AEAE-87A4-89E6-E7E94742F5A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A524BD61-F36A-4640-8CAF-C1DB8175E570}" type="slidenum">
              <a:rPr lang="en-IN" altLang="en-US" sz="1400" smtClean="0"/>
              <a:pPr>
                <a:spcBef>
                  <a:spcPct val="0"/>
                </a:spcBef>
              </a:pPr>
              <a:t>14</a:t>
            </a:fld>
            <a:endParaRPr lang="en-IN" altLang="en-US" sz="1400"/>
          </a:p>
        </p:txBody>
      </p:sp>
      <p:sp>
        <p:nvSpPr>
          <p:cNvPr id="32771" name="Rectangle 1">
            <a:extLst>
              <a:ext uri="{FF2B5EF4-FFF2-40B4-BE49-F238E27FC236}">
                <a16:creationId xmlns:a16="http://schemas.microsoft.com/office/drawing/2014/main" id="{C624BDC1-B1A2-3318-C511-43CE2DF4A66F}"/>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2" name="Rectangle 2">
            <a:extLst>
              <a:ext uri="{FF2B5EF4-FFF2-40B4-BE49-F238E27FC236}">
                <a16:creationId xmlns:a16="http://schemas.microsoft.com/office/drawing/2014/main" id="{6C5B06B1-5F65-A524-B98E-01A3267DDB8A}"/>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A2A448BF-AD31-05C2-0750-8B8424B58C1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EC7A65C8-3B8E-4886-83D9-4C2C2608E05E}" type="slidenum">
              <a:rPr lang="en-IN" altLang="en-US" sz="1400" smtClean="0"/>
              <a:pPr>
                <a:spcBef>
                  <a:spcPct val="0"/>
                </a:spcBef>
              </a:pPr>
              <a:t>15</a:t>
            </a:fld>
            <a:endParaRPr lang="en-IN" altLang="en-US" sz="1400"/>
          </a:p>
        </p:txBody>
      </p:sp>
      <p:sp>
        <p:nvSpPr>
          <p:cNvPr id="34819" name="Rectangle 1">
            <a:extLst>
              <a:ext uri="{FF2B5EF4-FFF2-40B4-BE49-F238E27FC236}">
                <a16:creationId xmlns:a16="http://schemas.microsoft.com/office/drawing/2014/main" id="{D52BFB9A-11B2-1905-3CCB-1267686C7290}"/>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0" name="Rectangle 2">
            <a:extLst>
              <a:ext uri="{FF2B5EF4-FFF2-40B4-BE49-F238E27FC236}">
                <a16:creationId xmlns:a16="http://schemas.microsoft.com/office/drawing/2014/main" id="{2D3D2E1B-E245-4081-A0EC-6E499BAD305E}"/>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F105D61A-4CBF-FDE3-A983-633A8517DB8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0E8FC804-4120-46D9-AC96-8DDD3EFE4D0A}" type="slidenum">
              <a:rPr lang="en-IN" altLang="en-US" sz="1400" smtClean="0"/>
              <a:pPr>
                <a:spcBef>
                  <a:spcPct val="0"/>
                </a:spcBef>
              </a:pPr>
              <a:t>16</a:t>
            </a:fld>
            <a:endParaRPr lang="en-IN" altLang="en-US" sz="1400"/>
          </a:p>
        </p:txBody>
      </p:sp>
      <p:sp>
        <p:nvSpPr>
          <p:cNvPr id="36867" name="Rectangle 1">
            <a:extLst>
              <a:ext uri="{FF2B5EF4-FFF2-40B4-BE49-F238E27FC236}">
                <a16:creationId xmlns:a16="http://schemas.microsoft.com/office/drawing/2014/main" id="{1CC1AEA8-D4B5-2F9B-8F05-F73682D74FFC}"/>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8" name="Rectangle 2">
            <a:extLst>
              <a:ext uri="{FF2B5EF4-FFF2-40B4-BE49-F238E27FC236}">
                <a16:creationId xmlns:a16="http://schemas.microsoft.com/office/drawing/2014/main" id="{639F18DF-F203-0420-C9DC-F5375B1E66AB}"/>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a:extLst>
              <a:ext uri="{FF2B5EF4-FFF2-40B4-BE49-F238E27FC236}">
                <a16:creationId xmlns:a16="http://schemas.microsoft.com/office/drawing/2014/main" id="{8F5CD6B4-2B34-0D96-ED12-A6859476095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18C1B8C-349A-4A71-8260-D3F4427F934E}" type="slidenum">
              <a:rPr lang="en-IN" altLang="en-US" sz="1400" smtClean="0"/>
              <a:pPr>
                <a:spcBef>
                  <a:spcPct val="0"/>
                </a:spcBef>
              </a:pPr>
              <a:t>17</a:t>
            </a:fld>
            <a:endParaRPr lang="en-IN" altLang="en-US" sz="1400"/>
          </a:p>
        </p:txBody>
      </p:sp>
      <p:sp>
        <p:nvSpPr>
          <p:cNvPr id="38915" name="Rectangle 1">
            <a:extLst>
              <a:ext uri="{FF2B5EF4-FFF2-40B4-BE49-F238E27FC236}">
                <a16:creationId xmlns:a16="http://schemas.microsoft.com/office/drawing/2014/main" id="{BD9B7287-EAE1-BCAD-CB89-A41FA48D458D}"/>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6" name="Rectangle 2">
            <a:extLst>
              <a:ext uri="{FF2B5EF4-FFF2-40B4-BE49-F238E27FC236}">
                <a16:creationId xmlns:a16="http://schemas.microsoft.com/office/drawing/2014/main" id="{1828793D-4585-697C-3D69-6BABCE584B78}"/>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957C664B-ED85-1AF6-B4F1-622A40C8A7F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E5B79C1A-6B97-4802-A29C-420CAF9E9EF3}" type="slidenum">
              <a:rPr lang="en-IN" altLang="en-US" sz="1400" smtClean="0"/>
              <a:pPr>
                <a:spcBef>
                  <a:spcPct val="0"/>
                </a:spcBef>
              </a:pPr>
              <a:t>18</a:t>
            </a:fld>
            <a:endParaRPr lang="en-IN" altLang="en-US" sz="1400"/>
          </a:p>
        </p:txBody>
      </p:sp>
      <p:sp>
        <p:nvSpPr>
          <p:cNvPr id="40963" name="Rectangle 1">
            <a:extLst>
              <a:ext uri="{FF2B5EF4-FFF2-40B4-BE49-F238E27FC236}">
                <a16:creationId xmlns:a16="http://schemas.microsoft.com/office/drawing/2014/main" id="{0EE22272-5D2B-04E4-8901-74BE96E2ADA5}"/>
              </a:ext>
            </a:extLst>
          </p:cNvPr>
          <p:cNvSpPr>
            <a:spLocks noGrp="1" noRot="1" noChangeAspect="1" noChangeArrowheads="1" noTextEdit="1"/>
          </p:cNvSpPr>
          <p:nvPr>
            <p:ph type="sldImg"/>
          </p:nvPr>
        </p:nvSpPr>
        <p:spPr>
          <a:xfrm>
            <a:off x="381000" y="695325"/>
            <a:ext cx="6094413"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Rectangle 2">
            <a:extLst>
              <a:ext uri="{FF2B5EF4-FFF2-40B4-BE49-F238E27FC236}">
                <a16:creationId xmlns:a16="http://schemas.microsoft.com/office/drawing/2014/main" id="{18A4547E-10EA-E89E-1BF5-6EDE268D6F00}"/>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95F8BA6C-0B10-3C17-AFAC-BA978C59930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D429CF59-B62D-4CED-BB93-D6D6F70BA7FC}" type="slidenum">
              <a:rPr lang="en-IN" altLang="en-US" sz="1400" smtClean="0"/>
              <a:pPr>
                <a:spcBef>
                  <a:spcPct val="0"/>
                </a:spcBef>
              </a:pPr>
              <a:t>19</a:t>
            </a:fld>
            <a:endParaRPr lang="en-IN" altLang="en-US" sz="1400"/>
          </a:p>
        </p:txBody>
      </p:sp>
      <p:sp>
        <p:nvSpPr>
          <p:cNvPr id="43011" name="Rectangle 1">
            <a:extLst>
              <a:ext uri="{FF2B5EF4-FFF2-40B4-BE49-F238E27FC236}">
                <a16:creationId xmlns:a16="http://schemas.microsoft.com/office/drawing/2014/main" id="{C647CDC0-B233-D645-72D4-372639B90719}"/>
              </a:ext>
            </a:extLst>
          </p:cNvPr>
          <p:cNvSpPr>
            <a:spLocks noGrp="1" noChangeArrowheads="1"/>
          </p:cNvSpPr>
          <p:nvPr>
            <p:ph type="body"/>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
        <p:nvSpPr>
          <p:cNvPr id="43012" name="Rectangle 2">
            <a:extLst>
              <a:ext uri="{FF2B5EF4-FFF2-40B4-BE49-F238E27FC236}">
                <a16:creationId xmlns:a16="http://schemas.microsoft.com/office/drawing/2014/main" id="{AA0F84C6-CE24-8446-47B6-5B921BB6C2DE}"/>
              </a:ext>
            </a:extLst>
          </p:cNvPr>
          <p:cNvSpPr>
            <a:spLocks noGrp="1" noRot="1" noChangeAspect="1" noChangeArrowheads="1" noTextEdit="1"/>
          </p:cNvSpPr>
          <p:nvPr>
            <p:ph type="sldImg" idx="1"/>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DB15708E-F2FD-9381-ED8F-BCAB990A4BA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CEE4C33F-E5D9-4611-B072-A07E79D9D764}" type="slidenum">
              <a:rPr lang="en-IN" altLang="en-US" sz="1400" smtClean="0"/>
              <a:pPr>
                <a:spcBef>
                  <a:spcPct val="0"/>
                </a:spcBef>
              </a:pPr>
              <a:t>20</a:t>
            </a:fld>
            <a:endParaRPr lang="en-IN" altLang="en-US" sz="1400"/>
          </a:p>
        </p:txBody>
      </p:sp>
      <p:sp>
        <p:nvSpPr>
          <p:cNvPr id="45059" name="Rectangle 1">
            <a:extLst>
              <a:ext uri="{FF2B5EF4-FFF2-40B4-BE49-F238E27FC236}">
                <a16:creationId xmlns:a16="http://schemas.microsoft.com/office/drawing/2014/main" id="{BE405F6C-7DE1-CF88-D576-AC97225DD392}"/>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Rectangle 2">
            <a:extLst>
              <a:ext uri="{FF2B5EF4-FFF2-40B4-BE49-F238E27FC236}">
                <a16:creationId xmlns:a16="http://schemas.microsoft.com/office/drawing/2014/main" id="{00AB2ACF-910C-C977-4173-41EACB3FBC0F}"/>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a:extLst>
              <a:ext uri="{FF2B5EF4-FFF2-40B4-BE49-F238E27FC236}">
                <a16:creationId xmlns:a16="http://schemas.microsoft.com/office/drawing/2014/main" id="{F6EDC71B-D645-E890-BD45-8B902C1661C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AC3E9692-6673-4CD3-8B2F-5B22312B98BD}" type="slidenum">
              <a:rPr lang="en-IN" altLang="en-US" sz="1400" smtClean="0"/>
              <a:pPr>
                <a:spcBef>
                  <a:spcPct val="0"/>
                </a:spcBef>
              </a:pPr>
              <a:t>25</a:t>
            </a:fld>
            <a:endParaRPr lang="en-IN" altLang="en-US" sz="1400"/>
          </a:p>
        </p:txBody>
      </p:sp>
      <p:sp>
        <p:nvSpPr>
          <p:cNvPr id="49155" name="Rectangle 1">
            <a:extLst>
              <a:ext uri="{FF2B5EF4-FFF2-40B4-BE49-F238E27FC236}">
                <a16:creationId xmlns:a16="http://schemas.microsoft.com/office/drawing/2014/main" id="{1A7E1A9A-E43A-4326-9380-291B1BBB194E}"/>
              </a:ext>
            </a:extLst>
          </p:cNvPr>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6" name="Rectangle 2">
            <a:extLst>
              <a:ext uri="{FF2B5EF4-FFF2-40B4-BE49-F238E27FC236}">
                <a16:creationId xmlns:a16="http://schemas.microsoft.com/office/drawing/2014/main" id="{32C2849F-C2E6-93D8-9399-8FCDD71CFAB2}"/>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6">
            <a:extLst>
              <a:ext uri="{FF2B5EF4-FFF2-40B4-BE49-F238E27FC236}">
                <a16:creationId xmlns:a16="http://schemas.microsoft.com/office/drawing/2014/main" id="{C9A557C6-0674-153D-B498-1D92FBC3D4D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4830181E-F528-4B5C-BE58-9DB324125036}" type="slidenum">
              <a:rPr lang="en-IN" altLang="en-US" sz="1400" smtClean="0"/>
              <a:pPr>
                <a:spcBef>
                  <a:spcPct val="0"/>
                </a:spcBef>
              </a:pPr>
              <a:t>26</a:t>
            </a:fld>
            <a:endParaRPr lang="en-IN" altLang="en-US" sz="1400"/>
          </a:p>
        </p:txBody>
      </p:sp>
      <p:sp>
        <p:nvSpPr>
          <p:cNvPr id="51203" name="Rectangle 1">
            <a:extLst>
              <a:ext uri="{FF2B5EF4-FFF2-40B4-BE49-F238E27FC236}">
                <a16:creationId xmlns:a16="http://schemas.microsoft.com/office/drawing/2014/main" id="{80D0E7EB-F5A6-B1BE-A919-54ABB52D984A}"/>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4" name="Rectangle 2">
            <a:extLst>
              <a:ext uri="{FF2B5EF4-FFF2-40B4-BE49-F238E27FC236}">
                <a16:creationId xmlns:a16="http://schemas.microsoft.com/office/drawing/2014/main" id="{5A0ADA3F-DAD6-B7DC-7EAD-4646B2AB29D2}"/>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EBE036B8-E83F-91A8-E30C-A4E67DB5CAB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45FAA5E0-AA23-40FF-B42E-8983FFCFD877}" type="slidenum">
              <a:rPr lang="en-IN" altLang="en-US" sz="1400" smtClean="0"/>
              <a:pPr>
                <a:spcBef>
                  <a:spcPct val="0"/>
                </a:spcBef>
              </a:pPr>
              <a:t>27</a:t>
            </a:fld>
            <a:endParaRPr lang="en-IN" altLang="en-US" sz="1400"/>
          </a:p>
        </p:txBody>
      </p:sp>
      <p:sp>
        <p:nvSpPr>
          <p:cNvPr id="53251" name="Rectangle 1">
            <a:extLst>
              <a:ext uri="{FF2B5EF4-FFF2-40B4-BE49-F238E27FC236}">
                <a16:creationId xmlns:a16="http://schemas.microsoft.com/office/drawing/2014/main" id="{E7276E2E-0082-07F7-1787-9806B7B925EC}"/>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2" name="Rectangle 2">
            <a:extLst>
              <a:ext uri="{FF2B5EF4-FFF2-40B4-BE49-F238E27FC236}">
                <a16:creationId xmlns:a16="http://schemas.microsoft.com/office/drawing/2014/main" id="{72A32A6E-E3DB-C62B-26EF-8DB05A123745}"/>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6">
            <a:extLst>
              <a:ext uri="{FF2B5EF4-FFF2-40B4-BE49-F238E27FC236}">
                <a16:creationId xmlns:a16="http://schemas.microsoft.com/office/drawing/2014/main" id="{C41D1615-C130-BBB4-5A44-6537AE40B80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1CE2ABD4-15B7-491E-9679-2FC2E366BF93}" type="slidenum">
              <a:rPr lang="en-IN" altLang="en-US" sz="1400" smtClean="0"/>
              <a:pPr>
                <a:spcBef>
                  <a:spcPct val="0"/>
                </a:spcBef>
              </a:pPr>
              <a:t>28</a:t>
            </a:fld>
            <a:endParaRPr lang="en-IN" altLang="en-US" sz="1400"/>
          </a:p>
        </p:txBody>
      </p:sp>
      <p:sp>
        <p:nvSpPr>
          <p:cNvPr id="55299" name="Rectangle 1">
            <a:extLst>
              <a:ext uri="{FF2B5EF4-FFF2-40B4-BE49-F238E27FC236}">
                <a16:creationId xmlns:a16="http://schemas.microsoft.com/office/drawing/2014/main" id="{4DA14545-6BFC-F66E-5798-1038259A10B1}"/>
              </a:ext>
            </a:extLst>
          </p:cNvPr>
          <p:cNvSpPr>
            <a:spLocks noGrp="1" noRot="1" noChangeAspect="1" noChangeArrowheads="1" noTextEdit="1"/>
          </p:cNvSpPr>
          <p:nvPr>
            <p:ph type="sldImg"/>
          </p:nvPr>
        </p:nvSpPr>
        <p:spPr>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300" name="Rectangle 2">
            <a:extLst>
              <a:ext uri="{FF2B5EF4-FFF2-40B4-BE49-F238E27FC236}">
                <a16:creationId xmlns:a16="http://schemas.microsoft.com/office/drawing/2014/main" id="{B01057D8-B9DE-F166-7CC8-22A0BF12917C}"/>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en-IN" altLang="en-US" sz="2000">
              <a:latin typeface="Arial" panose="020B0604020202020204" pitchFamily="34" charset="0"/>
              <a:ea typeface="Microsoft YaHe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3">
            <a:extLst>
              <a:ext uri="{FF2B5EF4-FFF2-40B4-BE49-F238E27FC236}">
                <a16:creationId xmlns:a16="http://schemas.microsoft.com/office/drawing/2014/main" id="{B67D0EEA-E6E5-80E0-5D3E-6ACD8776A488}"/>
              </a:ext>
            </a:extLst>
          </p:cNvPr>
          <p:cNvSpPr>
            <a:spLocks noGrp="1" noChangeArrowheads="1"/>
          </p:cNvSpPr>
          <p:nvPr>
            <p:ph type="sldNum" idx="10"/>
          </p:nvPr>
        </p:nvSpPr>
        <p:spPr>
          <a:ln/>
        </p:spPr>
        <p:txBody>
          <a:bodyPr/>
          <a:lstStyle>
            <a:lvl1pPr>
              <a:defRPr/>
            </a:lvl1pPr>
          </a:lstStyle>
          <a:p>
            <a:pPr>
              <a:defRPr/>
            </a:pPr>
            <a:fld id="{E4E960D8-E009-47BD-817E-B24662D6E256}" type="slidenum">
              <a:rPr lang="en-IN" altLang="en-US"/>
              <a:pPr>
                <a:defRPr/>
              </a:pPr>
              <a:t>‹#›</a:t>
            </a:fld>
            <a:endParaRPr lang="en-IN" altLang="en-US"/>
          </a:p>
        </p:txBody>
      </p:sp>
    </p:spTree>
    <p:extLst>
      <p:ext uri="{BB962C8B-B14F-4D97-AF65-F5344CB8AC3E}">
        <p14:creationId xmlns:p14="http://schemas.microsoft.com/office/powerpoint/2010/main" val="278507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5E5EAD4A-3AF1-CD82-FDE3-F34EC0027601}"/>
              </a:ext>
            </a:extLst>
          </p:cNvPr>
          <p:cNvSpPr>
            <a:spLocks noGrp="1" noChangeArrowheads="1"/>
          </p:cNvSpPr>
          <p:nvPr>
            <p:ph type="sldNum" idx="10"/>
          </p:nvPr>
        </p:nvSpPr>
        <p:spPr>
          <a:ln/>
        </p:spPr>
        <p:txBody>
          <a:bodyPr/>
          <a:lstStyle>
            <a:lvl1pPr>
              <a:defRPr/>
            </a:lvl1pPr>
          </a:lstStyle>
          <a:p>
            <a:pPr>
              <a:defRPr/>
            </a:pPr>
            <a:fld id="{BABC4177-4F3C-4750-BD12-AD9D838842E6}" type="slidenum">
              <a:rPr lang="en-IN" altLang="en-US"/>
              <a:pPr>
                <a:defRPr/>
              </a:pPr>
              <a:t>‹#›</a:t>
            </a:fld>
            <a:endParaRPr lang="en-IN" altLang="en-US"/>
          </a:p>
        </p:txBody>
      </p:sp>
    </p:spTree>
    <p:extLst>
      <p:ext uri="{BB962C8B-B14F-4D97-AF65-F5344CB8AC3E}">
        <p14:creationId xmlns:p14="http://schemas.microsoft.com/office/powerpoint/2010/main" val="3757003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3441700"/>
            <a:ext cx="7886700" cy="11255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
            <a:extLst>
              <a:ext uri="{FF2B5EF4-FFF2-40B4-BE49-F238E27FC236}">
                <a16:creationId xmlns:a16="http://schemas.microsoft.com/office/drawing/2014/main" id="{E7D37BAE-6F96-ADA8-4CD5-916A73886635}"/>
              </a:ext>
            </a:extLst>
          </p:cNvPr>
          <p:cNvSpPr>
            <a:spLocks noGrp="1" noChangeArrowheads="1"/>
          </p:cNvSpPr>
          <p:nvPr>
            <p:ph type="sldNum" idx="10"/>
          </p:nvPr>
        </p:nvSpPr>
        <p:spPr>
          <a:ln/>
        </p:spPr>
        <p:txBody>
          <a:bodyPr/>
          <a:lstStyle>
            <a:lvl1pPr>
              <a:defRPr/>
            </a:lvl1pPr>
          </a:lstStyle>
          <a:p>
            <a:pPr>
              <a:defRPr/>
            </a:pPr>
            <a:fld id="{A72994B1-C546-4A87-ADF6-CA408DAAACDE}" type="slidenum">
              <a:rPr lang="en-IN" altLang="en-US"/>
              <a:pPr>
                <a:defRPr/>
              </a:pPr>
              <a:t>‹#›</a:t>
            </a:fld>
            <a:endParaRPr lang="en-IN" altLang="en-US"/>
          </a:p>
        </p:txBody>
      </p:sp>
    </p:spTree>
    <p:extLst>
      <p:ext uri="{BB962C8B-B14F-4D97-AF65-F5344CB8AC3E}">
        <p14:creationId xmlns:p14="http://schemas.microsoft.com/office/powerpoint/2010/main" val="187044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71488" y="1919288"/>
            <a:ext cx="4033837"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57725" y="1919288"/>
            <a:ext cx="4033838"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3">
            <a:extLst>
              <a:ext uri="{FF2B5EF4-FFF2-40B4-BE49-F238E27FC236}">
                <a16:creationId xmlns:a16="http://schemas.microsoft.com/office/drawing/2014/main" id="{5C3D5B46-88AC-36BD-738B-333141E83F49}"/>
              </a:ext>
            </a:extLst>
          </p:cNvPr>
          <p:cNvSpPr>
            <a:spLocks noGrp="1" noChangeArrowheads="1"/>
          </p:cNvSpPr>
          <p:nvPr>
            <p:ph type="sldNum" idx="10"/>
          </p:nvPr>
        </p:nvSpPr>
        <p:spPr>
          <a:ln/>
        </p:spPr>
        <p:txBody>
          <a:bodyPr/>
          <a:lstStyle>
            <a:lvl1pPr>
              <a:defRPr/>
            </a:lvl1pPr>
          </a:lstStyle>
          <a:p>
            <a:pPr>
              <a:defRPr/>
            </a:pPr>
            <a:fld id="{22E004D2-4B76-4163-A136-ACE7F626CE37}" type="slidenum">
              <a:rPr lang="en-IN" altLang="en-US"/>
              <a:pPr>
                <a:defRPr/>
              </a:pPr>
              <a:t>‹#›</a:t>
            </a:fld>
            <a:endParaRPr lang="en-IN" altLang="en-US"/>
          </a:p>
        </p:txBody>
      </p:sp>
    </p:spTree>
    <p:extLst>
      <p:ext uri="{BB962C8B-B14F-4D97-AF65-F5344CB8AC3E}">
        <p14:creationId xmlns:p14="http://schemas.microsoft.com/office/powerpoint/2010/main" val="1217875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3">
            <a:extLst>
              <a:ext uri="{FF2B5EF4-FFF2-40B4-BE49-F238E27FC236}">
                <a16:creationId xmlns:a16="http://schemas.microsoft.com/office/drawing/2014/main" id="{654C8912-AD64-1AD0-600C-8A602D9A0998}"/>
              </a:ext>
            </a:extLst>
          </p:cNvPr>
          <p:cNvSpPr>
            <a:spLocks noGrp="1" noChangeArrowheads="1"/>
          </p:cNvSpPr>
          <p:nvPr>
            <p:ph type="sldNum" idx="10"/>
          </p:nvPr>
        </p:nvSpPr>
        <p:spPr>
          <a:ln/>
        </p:spPr>
        <p:txBody>
          <a:bodyPr/>
          <a:lstStyle>
            <a:lvl1pPr>
              <a:defRPr/>
            </a:lvl1pPr>
          </a:lstStyle>
          <a:p>
            <a:pPr>
              <a:defRPr/>
            </a:pPr>
            <a:fld id="{2ABDA4BC-09BC-480A-B47E-8349CCD28C80}" type="slidenum">
              <a:rPr lang="en-IN" altLang="en-US"/>
              <a:pPr>
                <a:defRPr/>
              </a:pPr>
              <a:t>‹#›</a:t>
            </a:fld>
            <a:endParaRPr lang="en-IN" altLang="en-US"/>
          </a:p>
        </p:txBody>
      </p:sp>
    </p:spTree>
    <p:extLst>
      <p:ext uri="{BB962C8B-B14F-4D97-AF65-F5344CB8AC3E}">
        <p14:creationId xmlns:p14="http://schemas.microsoft.com/office/powerpoint/2010/main" val="1263517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6F2B3C81-36A7-81B2-530E-0A537C6282A0}"/>
              </a:ext>
            </a:extLst>
          </p:cNvPr>
          <p:cNvSpPr>
            <a:spLocks noGrp="1" noChangeArrowheads="1"/>
          </p:cNvSpPr>
          <p:nvPr>
            <p:ph type="sldNum" idx="10"/>
          </p:nvPr>
        </p:nvSpPr>
        <p:spPr>
          <a:ln/>
        </p:spPr>
        <p:txBody>
          <a:bodyPr/>
          <a:lstStyle>
            <a:lvl1pPr>
              <a:defRPr/>
            </a:lvl1pPr>
          </a:lstStyle>
          <a:p>
            <a:pPr>
              <a:defRPr/>
            </a:pPr>
            <a:fld id="{41A2EA86-7922-4485-9DAB-5F04F3BE653B}" type="slidenum">
              <a:rPr lang="en-IN" altLang="en-US"/>
              <a:pPr>
                <a:defRPr/>
              </a:pPr>
              <a:t>‹#›</a:t>
            </a:fld>
            <a:endParaRPr lang="en-IN" altLang="en-US"/>
          </a:p>
        </p:txBody>
      </p:sp>
    </p:spTree>
    <p:extLst>
      <p:ext uri="{BB962C8B-B14F-4D97-AF65-F5344CB8AC3E}">
        <p14:creationId xmlns:p14="http://schemas.microsoft.com/office/powerpoint/2010/main" val="434974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7D6BBB8C-577C-F518-C6AB-503D67D9D1EE}"/>
              </a:ext>
            </a:extLst>
          </p:cNvPr>
          <p:cNvSpPr>
            <a:spLocks noGrp="1" noChangeArrowheads="1"/>
          </p:cNvSpPr>
          <p:nvPr>
            <p:ph type="sldNum" idx="10"/>
          </p:nvPr>
        </p:nvSpPr>
        <p:spPr>
          <a:ln/>
        </p:spPr>
        <p:txBody>
          <a:bodyPr/>
          <a:lstStyle>
            <a:lvl1pPr>
              <a:defRPr/>
            </a:lvl1pPr>
          </a:lstStyle>
          <a:p>
            <a:pPr>
              <a:defRPr/>
            </a:pPr>
            <a:fld id="{05E8F032-322B-4408-B57C-B0479D5A654E}" type="slidenum">
              <a:rPr lang="en-IN" altLang="en-US"/>
              <a:pPr>
                <a:defRPr/>
              </a:pPr>
              <a:t>‹#›</a:t>
            </a:fld>
            <a:endParaRPr lang="en-IN" altLang="en-US"/>
          </a:p>
        </p:txBody>
      </p:sp>
    </p:spTree>
    <p:extLst>
      <p:ext uri="{BB962C8B-B14F-4D97-AF65-F5344CB8AC3E}">
        <p14:creationId xmlns:p14="http://schemas.microsoft.com/office/powerpoint/2010/main" val="808280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
            <a:extLst>
              <a:ext uri="{FF2B5EF4-FFF2-40B4-BE49-F238E27FC236}">
                <a16:creationId xmlns:a16="http://schemas.microsoft.com/office/drawing/2014/main" id="{A76AAC46-499A-BCA1-1349-965690472D0A}"/>
              </a:ext>
            </a:extLst>
          </p:cNvPr>
          <p:cNvSpPr>
            <a:spLocks noGrp="1" noChangeArrowheads="1"/>
          </p:cNvSpPr>
          <p:nvPr>
            <p:ph type="sldNum" idx="10"/>
          </p:nvPr>
        </p:nvSpPr>
        <p:spPr>
          <a:ln/>
        </p:spPr>
        <p:txBody>
          <a:bodyPr/>
          <a:lstStyle>
            <a:lvl1pPr>
              <a:defRPr/>
            </a:lvl1pPr>
          </a:lstStyle>
          <a:p>
            <a:pPr>
              <a:defRPr/>
            </a:pPr>
            <a:fld id="{63DAE188-7CA7-4417-A907-AC7C885455A0}" type="slidenum">
              <a:rPr lang="en-IN" altLang="en-US"/>
              <a:pPr>
                <a:defRPr/>
              </a:pPr>
              <a:t>‹#›</a:t>
            </a:fld>
            <a:endParaRPr lang="en-IN" altLang="en-US"/>
          </a:p>
        </p:txBody>
      </p:sp>
    </p:spTree>
    <p:extLst>
      <p:ext uri="{BB962C8B-B14F-4D97-AF65-F5344CB8AC3E}">
        <p14:creationId xmlns:p14="http://schemas.microsoft.com/office/powerpoint/2010/main" val="372608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
            <a:extLst>
              <a:ext uri="{FF2B5EF4-FFF2-40B4-BE49-F238E27FC236}">
                <a16:creationId xmlns:a16="http://schemas.microsoft.com/office/drawing/2014/main" id="{F5940217-91D9-AFA5-0F28-D4A503FC5A9F}"/>
              </a:ext>
            </a:extLst>
          </p:cNvPr>
          <p:cNvSpPr>
            <a:spLocks noGrp="1" noChangeArrowheads="1"/>
          </p:cNvSpPr>
          <p:nvPr>
            <p:ph type="sldNum" idx="10"/>
          </p:nvPr>
        </p:nvSpPr>
        <p:spPr>
          <a:ln/>
        </p:spPr>
        <p:txBody>
          <a:bodyPr/>
          <a:lstStyle>
            <a:lvl1pPr>
              <a:defRPr/>
            </a:lvl1pPr>
          </a:lstStyle>
          <a:p>
            <a:pPr>
              <a:defRPr/>
            </a:pPr>
            <a:fld id="{3E168767-A76D-4276-9ADC-5BBB3589857D}" type="slidenum">
              <a:rPr lang="en-IN" altLang="en-US"/>
              <a:pPr>
                <a:defRPr/>
              </a:pPr>
              <a:t>‹#›</a:t>
            </a:fld>
            <a:endParaRPr lang="en-IN" altLang="en-US"/>
          </a:p>
        </p:txBody>
      </p:sp>
    </p:spTree>
    <p:extLst>
      <p:ext uri="{BB962C8B-B14F-4D97-AF65-F5344CB8AC3E}">
        <p14:creationId xmlns:p14="http://schemas.microsoft.com/office/powerpoint/2010/main" val="274873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73D62B0C-1580-EBD9-3EE7-8361D4192A7E}"/>
              </a:ext>
            </a:extLst>
          </p:cNvPr>
          <p:cNvSpPr>
            <a:spLocks noGrp="1" noChangeArrowheads="1"/>
          </p:cNvSpPr>
          <p:nvPr>
            <p:ph type="sldNum" idx="10"/>
          </p:nvPr>
        </p:nvSpPr>
        <p:spPr>
          <a:ln/>
        </p:spPr>
        <p:txBody>
          <a:bodyPr/>
          <a:lstStyle>
            <a:lvl1pPr>
              <a:defRPr/>
            </a:lvl1pPr>
          </a:lstStyle>
          <a:p>
            <a:pPr>
              <a:defRPr/>
            </a:pPr>
            <a:fld id="{DA930D59-5261-4477-868F-24E1E423CF62}" type="slidenum">
              <a:rPr lang="en-IN" altLang="en-US"/>
              <a:pPr>
                <a:defRPr/>
              </a:pPr>
              <a:t>‹#›</a:t>
            </a:fld>
            <a:endParaRPr lang="en-IN" altLang="en-US"/>
          </a:p>
        </p:txBody>
      </p:sp>
    </p:spTree>
    <p:extLst>
      <p:ext uri="{BB962C8B-B14F-4D97-AF65-F5344CB8AC3E}">
        <p14:creationId xmlns:p14="http://schemas.microsoft.com/office/powerpoint/2010/main" val="824627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7338" y="738188"/>
            <a:ext cx="2054225" cy="38893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71488" y="738188"/>
            <a:ext cx="6013450" cy="3889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2DEBCCF9-6C3B-56C6-3833-9BA2168F6DF0}"/>
              </a:ext>
            </a:extLst>
          </p:cNvPr>
          <p:cNvSpPr>
            <a:spLocks noGrp="1" noChangeArrowheads="1"/>
          </p:cNvSpPr>
          <p:nvPr>
            <p:ph type="sldNum" idx="10"/>
          </p:nvPr>
        </p:nvSpPr>
        <p:spPr>
          <a:ln/>
        </p:spPr>
        <p:txBody>
          <a:bodyPr/>
          <a:lstStyle>
            <a:lvl1pPr>
              <a:defRPr/>
            </a:lvl1pPr>
          </a:lstStyle>
          <a:p>
            <a:pPr>
              <a:defRPr/>
            </a:pPr>
            <a:fld id="{8F4E2AFA-8FFB-4A84-A330-27FE72CC727A}" type="slidenum">
              <a:rPr lang="en-IN" altLang="en-US"/>
              <a:pPr>
                <a:defRPr/>
              </a:pPr>
              <a:t>‹#›</a:t>
            </a:fld>
            <a:endParaRPr lang="en-IN" altLang="en-US"/>
          </a:p>
        </p:txBody>
      </p:sp>
    </p:spTree>
    <p:extLst>
      <p:ext uri="{BB962C8B-B14F-4D97-AF65-F5344CB8AC3E}">
        <p14:creationId xmlns:p14="http://schemas.microsoft.com/office/powerpoint/2010/main" val="2674208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3">
            <a:extLst>
              <a:ext uri="{FF2B5EF4-FFF2-40B4-BE49-F238E27FC236}">
                <a16:creationId xmlns:a16="http://schemas.microsoft.com/office/drawing/2014/main" id="{1C2AF108-0800-A0FA-FE9B-AE65603F7756}"/>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4">
            <a:extLst>
              <a:ext uri="{FF2B5EF4-FFF2-40B4-BE49-F238E27FC236}">
                <a16:creationId xmlns:a16="http://schemas.microsoft.com/office/drawing/2014/main" id="{7922F706-0599-7766-117A-F1AA22997996}"/>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5">
            <a:extLst>
              <a:ext uri="{FF2B5EF4-FFF2-40B4-BE49-F238E27FC236}">
                <a16:creationId xmlns:a16="http://schemas.microsoft.com/office/drawing/2014/main" id="{B42CDEE3-28F1-F6D5-A451-B9B4E71821AA}"/>
              </a:ext>
            </a:extLst>
          </p:cNvPr>
          <p:cNvSpPr>
            <a:spLocks noGrp="1" noChangeArrowheads="1"/>
          </p:cNvSpPr>
          <p:nvPr>
            <p:ph type="sldNum" idx="12"/>
          </p:nvPr>
        </p:nvSpPr>
        <p:spPr>
          <a:ln/>
        </p:spPr>
        <p:txBody>
          <a:bodyPr/>
          <a:lstStyle>
            <a:lvl1pPr>
              <a:defRPr/>
            </a:lvl1pPr>
          </a:lstStyle>
          <a:p>
            <a:pPr>
              <a:defRPr/>
            </a:pPr>
            <a:fld id="{32C5799A-EAE5-4A47-A226-1F15C334FFDA}" type="slidenum">
              <a:rPr lang="en-IN" altLang="en-US"/>
              <a:pPr>
                <a:defRPr/>
              </a:pPr>
              <a:t>‹#›</a:t>
            </a:fld>
            <a:endParaRPr lang="en-IN" altLang="en-US"/>
          </a:p>
        </p:txBody>
      </p:sp>
    </p:spTree>
    <p:extLst>
      <p:ext uri="{BB962C8B-B14F-4D97-AF65-F5344CB8AC3E}">
        <p14:creationId xmlns:p14="http://schemas.microsoft.com/office/powerpoint/2010/main" val="2960642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214857F6-9FE4-FE89-C7CE-040F290B5803}"/>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4">
            <a:extLst>
              <a:ext uri="{FF2B5EF4-FFF2-40B4-BE49-F238E27FC236}">
                <a16:creationId xmlns:a16="http://schemas.microsoft.com/office/drawing/2014/main" id="{0E1E84F4-1C17-0274-E795-D9AAC7D3FB42}"/>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5">
            <a:extLst>
              <a:ext uri="{FF2B5EF4-FFF2-40B4-BE49-F238E27FC236}">
                <a16:creationId xmlns:a16="http://schemas.microsoft.com/office/drawing/2014/main" id="{7AF8DDA8-3DF4-445A-0FE2-479748DB57C6}"/>
              </a:ext>
            </a:extLst>
          </p:cNvPr>
          <p:cNvSpPr>
            <a:spLocks noGrp="1" noChangeArrowheads="1"/>
          </p:cNvSpPr>
          <p:nvPr>
            <p:ph type="sldNum" idx="12"/>
          </p:nvPr>
        </p:nvSpPr>
        <p:spPr>
          <a:ln/>
        </p:spPr>
        <p:txBody>
          <a:bodyPr/>
          <a:lstStyle>
            <a:lvl1pPr>
              <a:defRPr/>
            </a:lvl1pPr>
          </a:lstStyle>
          <a:p>
            <a:pPr>
              <a:defRPr/>
            </a:pPr>
            <a:fld id="{1786A007-EBB0-4744-A960-BEEA33B6D7B9}" type="slidenum">
              <a:rPr lang="en-IN" altLang="en-US"/>
              <a:pPr>
                <a:defRPr/>
              </a:pPr>
              <a:t>‹#›</a:t>
            </a:fld>
            <a:endParaRPr lang="en-IN" altLang="en-US"/>
          </a:p>
        </p:txBody>
      </p:sp>
    </p:spTree>
    <p:extLst>
      <p:ext uri="{BB962C8B-B14F-4D97-AF65-F5344CB8AC3E}">
        <p14:creationId xmlns:p14="http://schemas.microsoft.com/office/powerpoint/2010/main" val="1729130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3441700"/>
            <a:ext cx="7886700" cy="11255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
            <a:extLst>
              <a:ext uri="{FF2B5EF4-FFF2-40B4-BE49-F238E27FC236}">
                <a16:creationId xmlns:a16="http://schemas.microsoft.com/office/drawing/2014/main" id="{5444409C-D4B2-515C-DFA1-82176C62BC3B}"/>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4">
            <a:extLst>
              <a:ext uri="{FF2B5EF4-FFF2-40B4-BE49-F238E27FC236}">
                <a16:creationId xmlns:a16="http://schemas.microsoft.com/office/drawing/2014/main" id="{3CAA5404-6DDF-5014-74CE-5C4737510FC8}"/>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5">
            <a:extLst>
              <a:ext uri="{FF2B5EF4-FFF2-40B4-BE49-F238E27FC236}">
                <a16:creationId xmlns:a16="http://schemas.microsoft.com/office/drawing/2014/main" id="{B95C63A9-90C7-9AA3-A77F-1B94308BA0DC}"/>
              </a:ext>
            </a:extLst>
          </p:cNvPr>
          <p:cNvSpPr>
            <a:spLocks noGrp="1" noChangeArrowheads="1"/>
          </p:cNvSpPr>
          <p:nvPr>
            <p:ph type="sldNum" idx="12"/>
          </p:nvPr>
        </p:nvSpPr>
        <p:spPr>
          <a:ln/>
        </p:spPr>
        <p:txBody>
          <a:bodyPr/>
          <a:lstStyle>
            <a:lvl1pPr>
              <a:defRPr/>
            </a:lvl1pPr>
          </a:lstStyle>
          <a:p>
            <a:pPr>
              <a:defRPr/>
            </a:pPr>
            <a:fld id="{EAB5DED5-2602-42AA-A708-AC63136BCB6D}" type="slidenum">
              <a:rPr lang="en-IN" altLang="en-US"/>
              <a:pPr>
                <a:defRPr/>
              </a:pPr>
              <a:t>‹#›</a:t>
            </a:fld>
            <a:endParaRPr lang="en-IN" altLang="en-US"/>
          </a:p>
        </p:txBody>
      </p:sp>
    </p:spTree>
    <p:extLst>
      <p:ext uri="{BB962C8B-B14F-4D97-AF65-F5344CB8AC3E}">
        <p14:creationId xmlns:p14="http://schemas.microsoft.com/office/powerpoint/2010/main" val="1003749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200150"/>
            <a:ext cx="4037013" cy="3392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6613" y="1200150"/>
            <a:ext cx="4038600" cy="3392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3">
            <a:extLst>
              <a:ext uri="{FF2B5EF4-FFF2-40B4-BE49-F238E27FC236}">
                <a16:creationId xmlns:a16="http://schemas.microsoft.com/office/drawing/2014/main" id="{B1F6C9E3-1BE5-B562-A6B4-43C92EB16FB0}"/>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6" name="Rectangle 4">
            <a:extLst>
              <a:ext uri="{FF2B5EF4-FFF2-40B4-BE49-F238E27FC236}">
                <a16:creationId xmlns:a16="http://schemas.microsoft.com/office/drawing/2014/main" id="{B958A976-B412-E99E-7BED-8CF7738B05ED}"/>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7" name="Rectangle 5">
            <a:extLst>
              <a:ext uri="{FF2B5EF4-FFF2-40B4-BE49-F238E27FC236}">
                <a16:creationId xmlns:a16="http://schemas.microsoft.com/office/drawing/2014/main" id="{43CF4630-9C9D-82F3-874F-9BC9E08DA2FC}"/>
              </a:ext>
            </a:extLst>
          </p:cNvPr>
          <p:cNvSpPr>
            <a:spLocks noGrp="1" noChangeArrowheads="1"/>
          </p:cNvSpPr>
          <p:nvPr>
            <p:ph type="sldNum" idx="12"/>
          </p:nvPr>
        </p:nvSpPr>
        <p:spPr>
          <a:ln/>
        </p:spPr>
        <p:txBody>
          <a:bodyPr/>
          <a:lstStyle>
            <a:lvl1pPr>
              <a:defRPr/>
            </a:lvl1pPr>
          </a:lstStyle>
          <a:p>
            <a:pPr>
              <a:defRPr/>
            </a:pPr>
            <a:fld id="{FC9D771F-9D43-4F45-8AB7-BDB21B28FA16}" type="slidenum">
              <a:rPr lang="en-IN" altLang="en-US"/>
              <a:pPr>
                <a:defRPr/>
              </a:pPr>
              <a:t>‹#›</a:t>
            </a:fld>
            <a:endParaRPr lang="en-IN" altLang="en-US"/>
          </a:p>
        </p:txBody>
      </p:sp>
    </p:spTree>
    <p:extLst>
      <p:ext uri="{BB962C8B-B14F-4D97-AF65-F5344CB8AC3E}">
        <p14:creationId xmlns:p14="http://schemas.microsoft.com/office/powerpoint/2010/main" val="35796467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3">
            <a:extLst>
              <a:ext uri="{FF2B5EF4-FFF2-40B4-BE49-F238E27FC236}">
                <a16:creationId xmlns:a16="http://schemas.microsoft.com/office/drawing/2014/main" id="{5FA364C5-5845-31A6-98C1-C9DBAB30AAE5}"/>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8" name="Rectangle 4">
            <a:extLst>
              <a:ext uri="{FF2B5EF4-FFF2-40B4-BE49-F238E27FC236}">
                <a16:creationId xmlns:a16="http://schemas.microsoft.com/office/drawing/2014/main" id="{A4E58D8F-2962-336A-E332-F2535054ECBD}"/>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9" name="Rectangle 5">
            <a:extLst>
              <a:ext uri="{FF2B5EF4-FFF2-40B4-BE49-F238E27FC236}">
                <a16:creationId xmlns:a16="http://schemas.microsoft.com/office/drawing/2014/main" id="{EAA44A4B-58F9-1A35-602F-FD98D89643B8}"/>
              </a:ext>
            </a:extLst>
          </p:cNvPr>
          <p:cNvSpPr>
            <a:spLocks noGrp="1" noChangeArrowheads="1"/>
          </p:cNvSpPr>
          <p:nvPr>
            <p:ph type="sldNum" idx="12"/>
          </p:nvPr>
        </p:nvSpPr>
        <p:spPr>
          <a:ln/>
        </p:spPr>
        <p:txBody>
          <a:bodyPr/>
          <a:lstStyle>
            <a:lvl1pPr>
              <a:defRPr/>
            </a:lvl1pPr>
          </a:lstStyle>
          <a:p>
            <a:pPr>
              <a:defRPr/>
            </a:pPr>
            <a:fld id="{FFB17555-5641-4B0D-AEB7-01E5648A2347}" type="slidenum">
              <a:rPr lang="en-IN" altLang="en-US"/>
              <a:pPr>
                <a:defRPr/>
              </a:pPr>
              <a:t>‹#›</a:t>
            </a:fld>
            <a:endParaRPr lang="en-IN" altLang="en-US"/>
          </a:p>
        </p:txBody>
      </p:sp>
    </p:spTree>
    <p:extLst>
      <p:ext uri="{BB962C8B-B14F-4D97-AF65-F5344CB8AC3E}">
        <p14:creationId xmlns:p14="http://schemas.microsoft.com/office/powerpoint/2010/main" val="1480562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6BC22CD2-57D3-6933-FB59-C1BDBCBCB06C}"/>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4" name="Rectangle 4">
            <a:extLst>
              <a:ext uri="{FF2B5EF4-FFF2-40B4-BE49-F238E27FC236}">
                <a16:creationId xmlns:a16="http://schemas.microsoft.com/office/drawing/2014/main" id="{6318D48E-3EA0-6E05-4B4D-3CCC0930BB29}"/>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5" name="Rectangle 5">
            <a:extLst>
              <a:ext uri="{FF2B5EF4-FFF2-40B4-BE49-F238E27FC236}">
                <a16:creationId xmlns:a16="http://schemas.microsoft.com/office/drawing/2014/main" id="{0CF524BF-936F-BF73-40E7-2EA61CA02461}"/>
              </a:ext>
            </a:extLst>
          </p:cNvPr>
          <p:cNvSpPr>
            <a:spLocks noGrp="1" noChangeArrowheads="1"/>
          </p:cNvSpPr>
          <p:nvPr>
            <p:ph type="sldNum" idx="12"/>
          </p:nvPr>
        </p:nvSpPr>
        <p:spPr>
          <a:ln/>
        </p:spPr>
        <p:txBody>
          <a:bodyPr/>
          <a:lstStyle>
            <a:lvl1pPr>
              <a:defRPr/>
            </a:lvl1pPr>
          </a:lstStyle>
          <a:p>
            <a:pPr>
              <a:defRPr/>
            </a:pPr>
            <a:fld id="{056A30C0-CA52-4B8A-80A6-A9F7C8CE1334}" type="slidenum">
              <a:rPr lang="en-IN" altLang="en-US"/>
              <a:pPr>
                <a:defRPr/>
              </a:pPr>
              <a:t>‹#›</a:t>
            </a:fld>
            <a:endParaRPr lang="en-IN" altLang="en-US"/>
          </a:p>
        </p:txBody>
      </p:sp>
    </p:spTree>
    <p:extLst>
      <p:ext uri="{BB962C8B-B14F-4D97-AF65-F5344CB8AC3E}">
        <p14:creationId xmlns:p14="http://schemas.microsoft.com/office/powerpoint/2010/main" val="4995954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D6DC16D-3967-0C3E-B944-8D20E79E7EA3}"/>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3" name="Rectangle 4">
            <a:extLst>
              <a:ext uri="{FF2B5EF4-FFF2-40B4-BE49-F238E27FC236}">
                <a16:creationId xmlns:a16="http://schemas.microsoft.com/office/drawing/2014/main" id="{3704FE35-6659-51A7-F03D-8943E69FCAD0}"/>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4" name="Rectangle 5">
            <a:extLst>
              <a:ext uri="{FF2B5EF4-FFF2-40B4-BE49-F238E27FC236}">
                <a16:creationId xmlns:a16="http://schemas.microsoft.com/office/drawing/2014/main" id="{4BF9E7FE-2865-8468-4C03-47CAF78C8F0E}"/>
              </a:ext>
            </a:extLst>
          </p:cNvPr>
          <p:cNvSpPr>
            <a:spLocks noGrp="1" noChangeArrowheads="1"/>
          </p:cNvSpPr>
          <p:nvPr>
            <p:ph type="sldNum" idx="12"/>
          </p:nvPr>
        </p:nvSpPr>
        <p:spPr>
          <a:ln/>
        </p:spPr>
        <p:txBody>
          <a:bodyPr/>
          <a:lstStyle>
            <a:lvl1pPr>
              <a:defRPr/>
            </a:lvl1pPr>
          </a:lstStyle>
          <a:p>
            <a:pPr>
              <a:defRPr/>
            </a:pPr>
            <a:fld id="{85B23774-2F40-431D-9AEC-C8EE02A07C89}" type="slidenum">
              <a:rPr lang="en-IN" altLang="en-US"/>
              <a:pPr>
                <a:defRPr/>
              </a:pPr>
              <a:t>‹#›</a:t>
            </a:fld>
            <a:endParaRPr lang="en-IN" altLang="en-US"/>
          </a:p>
        </p:txBody>
      </p:sp>
    </p:spTree>
    <p:extLst>
      <p:ext uri="{BB962C8B-B14F-4D97-AF65-F5344CB8AC3E}">
        <p14:creationId xmlns:p14="http://schemas.microsoft.com/office/powerpoint/2010/main" val="17881549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
            <a:extLst>
              <a:ext uri="{FF2B5EF4-FFF2-40B4-BE49-F238E27FC236}">
                <a16:creationId xmlns:a16="http://schemas.microsoft.com/office/drawing/2014/main" id="{8B46DC2E-121E-5FF4-7186-29972311D5F3}"/>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6" name="Rectangle 4">
            <a:extLst>
              <a:ext uri="{FF2B5EF4-FFF2-40B4-BE49-F238E27FC236}">
                <a16:creationId xmlns:a16="http://schemas.microsoft.com/office/drawing/2014/main" id="{30C03EDB-C0FC-FDFD-E896-9DA332573C04}"/>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7" name="Rectangle 5">
            <a:extLst>
              <a:ext uri="{FF2B5EF4-FFF2-40B4-BE49-F238E27FC236}">
                <a16:creationId xmlns:a16="http://schemas.microsoft.com/office/drawing/2014/main" id="{44884AA1-8F3E-4437-8221-39FF1FC9B8CA}"/>
              </a:ext>
            </a:extLst>
          </p:cNvPr>
          <p:cNvSpPr>
            <a:spLocks noGrp="1" noChangeArrowheads="1"/>
          </p:cNvSpPr>
          <p:nvPr>
            <p:ph type="sldNum" idx="12"/>
          </p:nvPr>
        </p:nvSpPr>
        <p:spPr>
          <a:ln/>
        </p:spPr>
        <p:txBody>
          <a:bodyPr/>
          <a:lstStyle>
            <a:lvl1pPr>
              <a:defRPr/>
            </a:lvl1pPr>
          </a:lstStyle>
          <a:p>
            <a:pPr>
              <a:defRPr/>
            </a:pPr>
            <a:fld id="{5D7251F9-9623-4F57-A76A-6B95F8D03110}" type="slidenum">
              <a:rPr lang="en-IN" altLang="en-US"/>
              <a:pPr>
                <a:defRPr/>
              </a:pPr>
              <a:t>‹#›</a:t>
            </a:fld>
            <a:endParaRPr lang="en-IN" altLang="en-US"/>
          </a:p>
        </p:txBody>
      </p:sp>
    </p:spTree>
    <p:extLst>
      <p:ext uri="{BB962C8B-B14F-4D97-AF65-F5344CB8AC3E}">
        <p14:creationId xmlns:p14="http://schemas.microsoft.com/office/powerpoint/2010/main" val="63013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
            <a:extLst>
              <a:ext uri="{FF2B5EF4-FFF2-40B4-BE49-F238E27FC236}">
                <a16:creationId xmlns:a16="http://schemas.microsoft.com/office/drawing/2014/main" id="{229E1240-8F72-A37C-13E2-D2728FAA6485}"/>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6" name="Rectangle 4">
            <a:extLst>
              <a:ext uri="{FF2B5EF4-FFF2-40B4-BE49-F238E27FC236}">
                <a16:creationId xmlns:a16="http://schemas.microsoft.com/office/drawing/2014/main" id="{8DF011A9-BE75-B624-C552-65778E8DEC56}"/>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7" name="Rectangle 5">
            <a:extLst>
              <a:ext uri="{FF2B5EF4-FFF2-40B4-BE49-F238E27FC236}">
                <a16:creationId xmlns:a16="http://schemas.microsoft.com/office/drawing/2014/main" id="{D425AFF6-BD09-9604-0FC7-C9FA15A0417C}"/>
              </a:ext>
            </a:extLst>
          </p:cNvPr>
          <p:cNvSpPr>
            <a:spLocks noGrp="1" noChangeArrowheads="1"/>
          </p:cNvSpPr>
          <p:nvPr>
            <p:ph type="sldNum" idx="12"/>
          </p:nvPr>
        </p:nvSpPr>
        <p:spPr>
          <a:ln/>
        </p:spPr>
        <p:txBody>
          <a:bodyPr/>
          <a:lstStyle>
            <a:lvl1pPr>
              <a:defRPr/>
            </a:lvl1pPr>
          </a:lstStyle>
          <a:p>
            <a:pPr>
              <a:defRPr/>
            </a:pPr>
            <a:fld id="{273B59F8-52B4-44E3-9211-97AC33F82D07}" type="slidenum">
              <a:rPr lang="en-IN" altLang="en-US"/>
              <a:pPr>
                <a:defRPr/>
              </a:pPr>
              <a:t>‹#›</a:t>
            </a:fld>
            <a:endParaRPr lang="en-IN" altLang="en-US"/>
          </a:p>
        </p:txBody>
      </p:sp>
    </p:spTree>
    <p:extLst>
      <p:ext uri="{BB962C8B-B14F-4D97-AF65-F5344CB8AC3E}">
        <p14:creationId xmlns:p14="http://schemas.microsoft.com/office/powerpoint/2010/main" val="30600120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D17CFFA7-B17D-717C-5405-4A5526CAE366}"/>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4">
            <a:extLst>
              <a:ext uri="{FF2B5EF4-FFF2-40B4-BE49-F238E27FC236}">
                <a16:creationId xmlns:a16="http://schemas.microsoft.com/office/drawing/2014/main" id="{527D667D-8ECD-3565-BEC4-E4AA2ED3D44D}"/>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5">
            <a:extLst>
              <a:ext uri="{FF2B5EF4-FFF2-40B4-BE49-F238E27FC236}">
                <a16:creationId xmlns:a16="http://schemas.microsoft.com/office/drawing/2014/main" id="{BF8A9108-A0CB-B698-5530-0A49019AA110}"/>
              </a:ext>
            </a:extLst>
          </p:cNvPr>
          <p:cNvSpPr>
            <a:spLocks noGrp="1" noChangeArrowheads="1"/>
          </p:cNvSpPr>
          <p:nvPr>
            <p:ph type="sldNum" idx="12"/>
          </p:nvPr>
        </p:nvSpPr>
        <p:spPr>
          <a:ln/>
        </p:spPr>
        <p:txBody>
          <a:bodyPr/>
          <a:lstStyle>
            <a:lvl1pPr>
              <a:defRPr/>
            </a:lvl1pPr>
          </a:lstStyle>
          <a:p>
            <a:pPr>
              <a:defRPr/>
            </a:pPr>
            <a:fld id="{3513F493-276B-420F-A2BC-AB8AF0D934E9}" type="slidenum">
              <a:rPr lang="en-IN" altLang="en-US"/>
              <a:pPr>
                <a:defRPr/>
              </a:pPr>
              <a:t>‹#›</a:t>
            </a:fld>
            <a:endParaRPr lang="en-IN" altLang="en-US"/>
          </a:p>
        </p:txBody>
      </p:sp>
    </p:spTree>
    <p:extLst>
      <p:ext uri="{BB962C8B-B14F-4D97-AF65-F5344CB8AC3E}">
        <p14:creationId xmlns:p14="http://schemas.microsoft.com/office/powerpoint/2010/main" val="26008632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5813" cy="438626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6375"/>
            <a:ext cx="6019800" cy="4386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1A33EDA6-712C-C3D0-78D5-692D14DB10F3}"/>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4">
            <a:extLst>
              <a:ext uri="{FF2B5EF4-FFF2-40B4-BE49-F238E27FC236}">
                <a16:creationId xmlns:a16="http://schemas.microsoft.com/office/drawing/2014/main" id="{2D32F094-34B4-C45A-DDA7-44815C9372C1}"/>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5">
            <a:extLst>
              <a:ext uri="{FF2B5EF4-FFF2-40B4-BE49-F238E27FC236}">
                <a16:creationId xmlns:a16="http://schemas.microsoft.com/office/drawing/2014/main" id="{27105C11-1B97-8C54-ACEA-4B2BEA5E5922}"/>
              </a:ext>
            </a:extLst>
          </p:cNvPr>
          <p:cNvSpPr>
            <a:spLocks noGrp="1" noChangeArrowheads="1"/>
          </p:cNvSpPr>
          <p:nvPr>
            <p:ph type="sldNum" idx="12"/>
          </p:nvPr>
        </p:nvSpPr>
        <p:spPr>
          <a:ln/>
        </p:spPr>
        <p:txBody>
          <a:bodyPr/>
          <a:lstStyle>
            <a:lvl1pPr>
              <a:defRPr/>
            </a:lvl1pPr>
          </a:lstStyle>
          <a:p>
            <a:pPr>
              <a:defRPr/>
            </a:pPr>
            <a:fld id="{43A1FBB5-B780-453F-862F-59119D9E4040}" type="slidenum">
              <a:rPr lang="en-IN" altLang="en-US"/>
              <a:pPr>
                <a:defRPr/>
              </a:pPr>
              <a:t>‹#›</a:t>
            </a:fld>
            <a:endParaRPr lang="en-IN" altLang="en-US"/>
          </a:p>
        </p:txBody>
      </p:sp>
    </p:spTree>
    <p:extLst>
      <p:ext uri="{BB962C8B-B14F-4D97-AF65-F5344CB8AC3E}">
        <p14:creationId xmlns:p14="http://schemas.microsoft.com/office/powerpoint/2010/main" val="36624478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1">
            <a:extLst>
              <a:ext uri="{FF2B5EF4-FFF2-40B4-BE49-F238E27FC236}">
                <a16:creationId xmlns:a16="http://schemas.microsoft.com/office/drawing/2014/main" id="{C73DFCB0-84C4-1705-51CF-B93CCC0F0B99}"/>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2">
            <a:extLst>
              <a:ext uri="{FF2B5EF4-FFF2-40B4-BE49-F238E27FC236}">
                <a16:creationId xmlns:a16="http://schemas.microsoft.com/office/drawing/2014/main" id="{712EB738-C671-A0D5-5D92-5502B1B90F62}"/>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3">
            <a:extLst>
              <a:ext uri="{FF2B5EF4-FFF2-40B4-BE49-F238E27FC236}">
                <a16:creationId xmlns:a16="http://schemas.microsoft.com/office/drawing/2014/main" id="{43093838-10A3-650A-DB03-B49A55238DD9}"/>
              </a:ext>
            </a:extLst>
          </p:cNvPr>
          <p:cNvSpPr>
            <a:spLocks noGrp="1" noChangeArrowheads="1"/>
          </p:cNvSpPr>
          <p:nvPr>
            <p:ph type="sldNum" idx="12"/>
          </p:nvPr>
        </p:nvSpPr>
        <p:spPr>
          <a:ln/>
        </p:spPr>
        <p:txBody>
          <a:bodyPr/>
          <a:lstStyle>
            <a:lvl1pPr>
              <a:defRPr/>
            </a:lvl1pPr>
          </a:lstStyle>
          <a:p>
            <a:pPr>
              <a:defRPr/>
            </a:pPr>
            <a:fld id="{B7FB6ECA-4702-4E43-8571-7867460570E7}" type="slidenum">
              <a:rPr lang="en-IN" altLang="en-US"/>
              <a:pPr>
                <a:defRPr/>
              </a:pPr>
              <a:t>‹#›</a:t>
            </a:fld>
            <a:endParaRPr lang="en-IN" altLang="en-US"/>
          </a:p>
        </p:txBody>
      </p:sp>
    </p:spTree>
    <p:extLst>
      <p:ext uri="{BB962C8B-B14F-4D97-AF65-F5344CB8AC3E}">
        <p14:creationId xmlns:p14="http://schemas.microsoft.com/office/powerpoint/2010/main" val="18778303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
            <a:extLst>
              <a:ext uri="{FF2B5EF4-FFF2-40B4-BE49-F238E27FC236}">
                <a16:creationId xmlns:a16="http://schemas.microsoft.com/office/drawing/2014/main" id="{4F9385A3-B1E7-3C2C-ED65-40D0FC5EB17F}"/>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2">
            <a:extLst>
              <a:ext uri="{FF2B5EF4-FFF2-40B4-BE49-F238E27FC236}">
                <a16:creationId xmlns:a16="http://schemas.microsoft.com/office/drawing/2014/main" id="{5E90F789-0C1A-F224-4BB6-5BF91CD3D471}"/>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3">
            <a:extLst>
              <a:ext uri="{FF2B5EF4-FFF2-40B4-BE49-F238E27FC236}">
                <a16:creationId xmlns:a16="http://schemas.microsoft.com/office/drawing/2014/main" id="{61A652FF-6553-FDF5-45BB-D956A2643854}"/>
              </a:ext>
            </a:extLst>
          </p:cNvPr>
          <p:cNvSpPr>
            <a:spLocks noGrp="1" noChangeArrowheads="1"/>
          </p:cNvSpPr>
          <p:nvPr>
            <p:ph type="sldNum" idx="12"/>
          </p:nvPr>
        </p:nvSpPr>
        <p:spPr>
          <a:ln/>
        </p:spPr>
        <p:txBody>
          <a:bodyPr/>
          <a:lstStyle>
            <a:lvl1pPr>
              <a:defRPr/>
            </a:lvl1pPr>
          </a:lstStyle>
          <a:p>
            <a:pPr>
              <a:defRPr/>
            </a:pPr>
            <a:fld id="{41365E78-84C6-4540-9361-B7E9018AA498}" type="slidenum">
              <a:rPr lang="en-IN" altLang="en-US"/>
              <a:pPr>
                <a:defRPr/>
              </a:pPr>
              <a:t>‹#›</a:t>
            </a:fld>
            <a:endParaRPr lang="en-IN" altLang="en-US"/>
          </a:p>
        </p:txBody>
      </p:sp>
    </p:spTree>
    <p:extLst>
      <p:ext uri="{BB962C8B-B14F-4D97-AF65-F5344CB8AC3E}">
        <p14:creationId xmlns:p14="http://schemas.microsoft.com/office/powerpoint/2010/main" val="36014025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3441700"/>
            <a:ext cx="7886700" cy="11255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
            <a:extLst>
              <a:ext uri="{FF2B5EF4-FFF2-40B4-BE49-F238E27FC236}">
                <a16:creationId xmlns:a16="http://schemas.microsoft.com/office/drawing/2014/main" id="{34814104-BDD7-FEB8-6FEA-AA558EDB200C}"/>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2">
            <a:extLst>
              <a:ext uri="{FF2B5EF4-FFF2-40B4-BE49-F238E27FC236}">
                <a16:creationId xmlns:a16="http://schemas.microsoft.com/office/drawing/2014/main" id="{B2212F14-A474-9150-77C1-FF3C9D81A63C}"/>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3">
            <a:extLst>
              <a:ext uri="{FF2B5EF4-FFF2-40B4-BE49-F238E27FC236}">
                <a16:creationId xmlns:a16="http://schemas.microsoft.com/office/drawing/2014/main" id="{B9D1F609-0F67-0B62-6AA1-B1A75B6F01B7}"/>
              </a:ext>
            </a:extLst>
          </p:cNvPr>
          <p:cNvSpPr>
            <a:spLocks noGrp="1" noChangeArrowheads="1"/>
          </p:cNvSpPr>
          <p:nvPr>
            <p:ph type="sldNum" idx="12"/>
          </p:nvPr>
        </p:nvSpPr>
        <p:spPr>
          <a:ln/>
        </p:spPr>
        <p:txBody>
          <a:bodyPr/>
          <a:lstStyle>
            <a:lvl1pPr>
              <a:defRPr/>
            </a:lvl1pPr>
          </a:lstStyle>
          <a:p>
            <a:pPr>
              <a:defRPr/>
            </a:pPr>
            <a:fld id="{6778C6EF-2CD3-4957-8871-72014802D4C9}" type="slidenum">
              <a:rPr lang="en-IN" altLang="en-US"/>
              <a:pPr>
                <a:defRPr/>
              </a:pPr>
              <a:t>‹#›</a:t>
            </a:fld>
            <a:endParaRPr lang="en-IN" altLang="en-US"/>
          </a:p>
        </p:txBody>
      </p:sp>
    </p:spTree>
    <p:extLst>
      <p:ext uri="{BB962C8B-B14F-4D97-AF65-F5344CB8AC3E}">
        <p14:creationId xmlns:p14="http://schemas.microsoft.com/office/powerpoint/2010/main" val="15386746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203325"/>
            <a:ext cx="4037013" cy="3392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6613" y="1203325"/>
            <a:ext cx="4038600" cy="3392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
            <a:extLst>
              <a:ext uri="{FF2B5EF4-FFF2-40B4-BE49-F238E27FC236}">
                <a16:creationId xmlns:a16="http://schemas.microsoft.com/office/drawing/2014/main" id="{761BA89C-86B1-2ED1-203E-0F8D04345C24}"/>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6" name="Rectangle 2">
            <a:extLst>
              <a:ext uri="{FF2B5EF4-FFF2-40B4-BE49-F238E27FC236}">
                <a16:creationId xmlns:a16="http://schemas.microsoft.com/office/drawing/2014/main" id="{6D9B68D2-1AF0-523B-7B4B-7F91E51BFEDC}"/>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7" name="Rectangle 3">
            <a:extLst>
              <a:ext uri="{FF2B5EF4-FFF2-40B4-BE49-F238E27FC236}">
                <a16:creationId xmlns:a16="http://schemas.microsoft.com/office/drawing/2014/main" id="{C5D39DFD-5881-25D2-6A8B-CD34AC3C8D42}"/>
              </a:ext>
            </a:extLst>
          </p:cNvPr>
          <p:cNvSpPr>
            <a:spLocks noGrp="1" noChangeArrowheads="1"/>
          </p:cNvSpPr>
          <p:nvPr>
            <p:ph type="sldNum" idx="12"/>
          </p:nvPr>
        </p:nvSpPr>
        <p:spPr>
          <a:ln/>
        </p:spPr>
        <p:txBody>
          <a:bodyPr/>
          <a:lstStyle>
            <a:lvl1pPr>
              <a:defRPr/>
            </a:lvl1pPr>
          </a:lstStyle>
          <a:p>
            <a:pPr>
              <a:defRPr/>
            </a:pPr>
            <a:fld id="{945B7E16-C504-4842-B868-56B95EFDD429}" type="slidenum">
              <a:rPr lang="en-IN" altLang="en-US"/>
              <a:pPr>
                <a:defRPr/>
              </a:pPr>
              <a:t>‹#›</a:t>
            </a:fld>
            <a:endParaRPr lang="en-IN" altLang="en-US"/>
          </a:p>
        </p:txBody>
      </p:sp>
    </p:spTree>
    <p:extLst>
      <p:ext uri="{BB962C8B-B14F-4D97-AF65-F5344CB8AC3E}">
        <p14:creationId xmlns:p14="http://schemas.microsoft.com/office/powerpoint/2010/main" val="9135324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
            <a:extLst>
              <a:ext uri="{FF2B5EF4-FFF2-40B4-BE49-F238E27FC236}">
                <a16:creationId xmlns:a16="http://schemas.microsoft.com/office/drawing/2014/main" id="{A7E6EF92-70B3-C3C9-CAF4-5E9144A15438}"/>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8" name="Rectangle 2">
            <a:extLst>
              <a:ext uri="{FF2B5EF4-FFF2-40B4-BE49-F238E27FC236}">
                <a16:creationId xmlns:a16="http://schemas.microsoft.com/office/drawing/2014/main" id="{B4452FFA-73C7-57A9-F53C-045EA9D94BD4}"/>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9" name="Rectangle 3">
            <a:extLst>
              <a:ext uri="{FF2B5EF4-FFF2-40B4-BE49-F238E27FC236}">
                <a16:creationId xmlns:a16="http://schemas.microsoft.com/office/drawing/2014/main" id="{021A1EC4-4186-7C14-0CF6-76143C6273D7}"/>
              </a:ext>
            </a:extLst>
          </p:cNvPr>
          <p:cNvSpPr>
            <a:spLocks noGrp="1" noChangeArrowheads="1"/>
          </p:cNvSpPr>
          <p:nvPr>
            <p:ph type="sldNum" idx="12"/>
          </p:nvPr>
        </p:nvSpPr>
        <p:spPr>
          <a:ln/>
        </p:spPr>
        <p:txBody>
          <a:bodyPr/>
          <a:lstStyle>
            <a:lvl1pPr>
              <a:defRPr/>
            </a:lvl1pPr>
          </a:lstStyle>
          <a:p>
            <a:pPr>
              <a:defRPr/>
            </a:pPr>
            <a:fld id="{0CEC400C-1851-4F0F-910D-C079EFB59828}" type="slidenum">
              <a:rPr lang="en-IN" altLang="en-US"/>
              <a:pPr>
                <a:defRPr/>
              </a:pPr>
              <a:t>‹#›</a:t>
            </a:fld>
            <a:endParaRPr lang="en-IN" altLang="en-US"/>
          </a:p>
        </p:txBody>
      </p:sp>
    </p:spTree>
    <p:extLst>
      <p:ext uri="{BB962C8B-B14F-4D97-AF65-F5344CB8AC3E}">
        <p14:creationId xmlns:p14="http://schemas.microsoft.com/office/powerpoint/2010/main" val="515534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1">
            <a:extLst>
              <a:ext uri="{FF2B5EF4-FFF2-40B4-BE49-F238E27FC236}">
                <a16:creationId xmlns:a16="http://schemas.microsoft.com/office/drawing/2014/main" id="{DD6CD9AD-7BD9-02BA-FEF0-C4D5C1618FAE}"/>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4" name="Rectangle 2">
            <a:extLst>
              <a:ext uri="{FF2B5EF4-FFF2-40B4-BE49-F238E27FC236}">
                <a16:creationId xmlns:a16="http://schemas.microsoft.com/office/drawing/2014/main" id="{24C998AF-32B9-5A34-69CD-73C830412325}"/>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5" name="Rectangle 3">
            <a:extLst>
              <a:ext uri="{FF2B5EF4-FFF2-40B4-BE49-F238E27FC236}">
                <a16:creationId xmlns:a16="http://schemas.microsoft.com/office/drawing/2014/main" id="{25749B77-6371-D42B-69F0-9158DF7A76DD}"/>
              </a:ext>
            </a:extLst>
          </p:cNvPr>
          <p:cNvSpPr>
            <a:spLocks noGrp="1" noChangeArrowheads="1"/>
          </p:cNvSpPr>
          <p:nvPr>
            <p:ph type="sldNum" idx="12"/>
          </p:nvPr>
        </p:nvSpPr>
        <p:spPr>
          <a:ln/>
        </p:spPr>
        <p:txBody>
          <a:bodyPr/>
          <a:lstStyle>
            <a:lvl1pPr>
              <a:defRPr/>
            </a:lvl1pPr>
          </a:lstStyle>
          <a:p>
            <a:pPr>
              <a:defRPr/>
            </a:pPr>
            <a:fld id="{5A3A5F94-72CD-444B-88FF-D5099DF6A708}" type="slidenum">
              <a:rPr lang="en-IN" altLang="en-US"/>
              <a:pPr>
                <a:defRPr/>
              </a:pPr>
              <a:t>‹#›</a:t>
            </a:fld>
            <a:endParaRPr lang="en-IN" altLang="en-US"/>
          </a:p>
        </p:txBody>
      </p:sp>
    </p:spTree>
    <p:extLst>
      <p:ext uri="{BB962C8B-B14F-4D97-AF65-F5344CB8AC3E}">
        <p14:creationId xmlns:p14="http://schemas.microsoft.com/office/powerpoint/2010/main" val="4172690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4FD650-AD57-3DCA-D76B-DA4D43681DDA}"/>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3" name="Rectangle 2">
            <a:extLst>
              <a:ext uri="{FF2B5EF4-FFF2-40B4-BE49-F238E27FC236}">
                <a16:creationId xmlns:a16="http://schemas.microsoft.com/office/drawing/2014/main" id="{6A52E7FD-C887-5E6C-8A05-5FF8F9B7B6ED}"/>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4" name="Rectangle 3">
            <a:extLst>
              <a:ext uri="{FF2B5EF4-FFF2-40B4-BE49-F238E27FC236}">
                <a16:creationId xmlns:a16="http://schemas.microsoft.com/office/drawing/2014/main" id="{097F26D6-9055-386B-A5D7-D600516480C2}"/>
              </a:ext>
            </a:extLst>
          </p:cNvPr>
          <p:cNvSpPr>
            <a:spLocks noGrp="1" noChangeArrowheads="1"/>
          </p:cNvSpPr>
          <p:nvPr>
            <p:ph type="sldNum" idx="12"/>
          </p:nvPr>
        </p:nvSpPr>
        <p:spPr>
          <a:ln/>
        </p:spPr>
        <p:txBody>
          <a:bodyPr/>
          <a:lstStyle>
            <a:lvl1pPr>
              <a:defRPr/>
            </a:lvl1pPr>
          </a:lstStyle>
          <a:p>
            <a:pPr>
              <a:defRPr/>
            </a:pPr>
            <a:fld id="{533A109C-ADB4-40F6-B0A4-073B31B04B27}" type="slidenum">
              <a:rPr lang="en-IN" altLang="en-US"/>
              <a:pPr>
                <a:defRPr/>
              </a:pPr>
              <a:t>‹#›</a:t>
            </a:fld>
            <a:endParaRPr lang="en-IN" altLang="en-US"/>
          </a:p>
        </p:txBody>
      </p:sp>
    </p:spTree>
    <p:extLst>
      <p:ext uri="{BB962C8B-B14F-4D97-AF65-F5344CB8AC3E}">
        <p14:creationId xmlns:p14="http://schemas.microsoft.com/office/powerpoint/2010/main" val="34728393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
            <a:extLst>
              <a:ext uri="{FF2B5EF4-FFF2-40B4-BE49-F238E27FC236}">
                <a16:creationId xmlns:a16="http://schemas.microsoft.com/office/drawing/2014/main" id="{F8FF9ABF-0871-898D-ABD3-5A2AF73EA6F5}"/>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6" name="Rectangle 2">
            <a:extLst>
              <a:ext uri="{FF2B5EF4-FFF2-40B4-BE49-F238E27FC236}">
                <a16:creationId xmlns:a16="http://schemas.microsoft.com/office/drawing/2014/main" id="{8FACAD00-F81E-BE84-567F-AA47F7144768}"/>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7" name="Rectangle 3">
            <a:extLst>
              <a:ext uri="{FF2B5EF4-FFF2-40B4-BE49-F238E27FC236}">
                <a16:creationId xmlns:a16="http://schemas.microsoft.com/office/drawing/2014/main" id="{AE1600F1-F918-721E-4778-B7862022A122}"/>
              </a:ext>
            </a:extLst>
          </p:cNvPr>
          <p:cNvSpPr>
            <a:spLocks noGrp="1" noChangeArrowheads="1"/>
          </p:cNvSpPr>
          <p:nvPr>
            <p:ph type="sldNum" idx="12"/>
          </p:nvPr>
        </p:nvSpPr>
        <p:spPr>
          <a:ln/>
        </p:spPr>
        <p:txBody>
          <a:bodyPr/>
          <a:lstStyle>
            <a:lvl1pPr>
              <a:defRPr/>
            </a:lvl1pPr>
          </a:lstStyle>
          <a:p>
            <a:pPr>
              <a:defRPr/>
            </a:pPr>
            <a:fld id="{9C2D4FD1-4D45-4C4F-A256-9C60AD2DF409}" type="slidenum">
              <a:rPr lang="en-IN" altLang="en-US"/>
              <a:pPr>
                <a:defRPr/>
              </a:pPr>
              <a:t>‹#›</a:t>
            </a:fld>
            <a:endParaRPr lang="en-IN" altLang="en-US"/>
          </a:p>
        </p:txBody>
      </p:sp>
    </p:spTree>
    <p:extLst>
      <p:ext uri="{BB962C8B-B14F-4D97-AF65-F5344CB8AC3E}">
        <p14:creationId xmlns:p14="http://schemas.microsoft.com/office/powerpoint/2010/main" val="2872438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
            <a:extLst>
              <a:ext uri="{FF2B5EF4-FFF2-40B4-BE49-F238E27FC236}">
                <a16:creationId xmlns:a16="http://schemas.microsoft.com/office/drawing/2014/main" id="{DDBADD33-7124-1FD3-F224-CFC66152DE97}"/>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6" name="Rectangle 2">
            <a:extLst>
              <a:ext uri="{FF2B5EF4-FFF2-40B4-BE49-F238E27FC236}">
                <a16:creationId xmlns:a16="http://schemas.microsoft.com/office/drawing/2014/main" id="{5D898EC8-0DFE-DCA0-AF3A-971E46F47D32}"/>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7" name="Rectangle 3">
            <a:extLst>
              <a:ext uri="{FF2B5EF4-FFF2-40B4-BE49-F238E27FC236}">
                <a16:creationId xmlns:a16="http://schemas.microsoft.com/office/drawing/2014/main" id="{1A0B0FE3-5963-AF6E-06C3-E4060DE71581}"/>
              </a:ext>
            </a:extLst>
          </p:cNvPr>
          <p:cNvSpPr>
            <a:spLocks noGrp="1" noChangeArrowheads="1"/>
          </p:cNvSpPr>
          <p:nvPr>
            <p:ph type="sldNum" idx="12"/>
          </p:nvPr>
        </p:nvSpPr>
        <p:spPr>
          <a:ln/>
        </p:spPr>
        <p:txBody>
          <a:bodyPr/>
          <a:lstStyle>
            <a:lvl1pPr>
              <a:defRPr/>
            </a:lvl1pPr>
          </a:lstStyle>
          <a:p>
            <a:pPr>
              <a:defRPr/>
            </a:pPr>
            <a:fld id="{610AE875-D661-4A0B-98F5-6DE4FC75898C}" type="slidenum">
              <a:rPr lang="en-IN" altLang="en-US"/>
              <a:pPr>
                <a:defRPr/>
              </a:pPr>
              <a:t>‹#›</a:t>
            </a:fld>
            <a:endParaRPr lang="en-IN" altLang="en-US"/>
          </a:p>
        </p:txBody>
      </p:sp>
    </p:spTree>
    <p:extLst>
      <p:ext uri="{BB962C8B-B14F-4D97-AF65-F5344CB8AC3E}">
        <p14:creationId xmlns:p14="http://schemas.microsoft.com/office/powerpoint/2010/main" val="7420387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
            <a:extLst>
              <a:ext uri="{FF2B5EF4-FFF2-40B4-BE49-F238E27FC236}">
                <a16:creationId xmlns:a16="http://schemas.microsoft.com/office/drawing/2014/main" id="{8BDB269D-D1F7-9475-DB59-519D0AD36E47}"/>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2">
            <a:extLst>
              <a:ext uri="{FF2B5EF4-FFF2-40B4-BE49-F238E27FC236}">
                <a16:creationId xmlns:a16="http://schemas.microsoft.com/office/drawing/2014/main" id="{F52CEC3C-6B8F-02F9-940E-45924000AB39}"/>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3">
            <a:extLst>
              <a:ext uri="{FF2B5EF4-FFF2-40B4-BE49-F238E27FC236}">
                <a16:creationId xmlns:a16="http://schemas.microsoft.com/office/drawing/2014/main" id="{B8D7E1C2-5463-DF4E-B75A-03700362B6F0}"/>
              </a:ext>
            </a:extLst>
          </p:cNvPr>
          <p:cNvSpPr>
            <a:spLocks noGrp="1" noChangeArrowheads="1"/>
          </p:cNvSpPr>
          <p:nvPr>
            <p:ph type="sldNum" idx="12"/>
          </p:nvPr>
        </p:nvSpPr>
        <p:spPr>
          <a:ln/>
        </p:spPr>
        <p:txBody>
          <a:bodyPr/>
          <a:lstStyle>
            <a:lvl1pPr>
              <a:defRPr/>
            </a:lvl1pPr>
          </a:lstStyle>
          <a:p>
            <a:pPr>
              <a:defRPr/>
            </a:pPr>
            <a:fld id="{0C1E762D-5156-4B5F-BD37-67DE65865930}" type="slidenum">
              <a:rPr lang="en-IN" altLang="en-US"/>
              <a:pPr>
                <a:defRPr/>
              </a:pPr>
              <a:t>‹#›</a:t>
            </a:fld>
            <a:endParaRPr lang="en-IN" altLang="en-US"/>
          </a:p>
        </p:txBody>
      </p:sp>
    </p:spTree>
    <p:extLst>
      <p:ext uri="{BB962C8B-B14F-4D97-AF65-F5344CB8AC3E}">
        <p14:creationId xmlns:p14="http://schemas.microsoft.com/office/powerpoint/2010/main" val="37699087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4788"/>
            <a:ext cx="2055813" cy="43910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4788"/>
            <a:ext cx="6019800" cy="4391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
            <a:extLst>
              <a:ext uri="{FF2B5EF4-FFF2-40B4-BE49-F238E27FC236}">
                <a16:creationId xmlns:a16="http://schemas.microsoft.com/office/drawing/2014/main" id="{7D159178-18A3-F3DB-E603-C070479EF0E0}"/>
              </a:ext>
            </a:extLst>
          </p:cNvPr>
          <p:cNvSpPr>
            <a:spLocks noGrp="1" noChangeArrowheads="1"/>
          </p:cNvSpPr>
          <p:nvPr>
            <p:ph type="dt" idx="10"/>
          </p:nvPr>
        </p:nvSpPr>
        <p:spPr>
          <a:ln/>
        </p:spPr>
        <p:txBody>
          <a:bodyPr/>
          <a:lstStyle>
            <a:lvl1pPr>
              <a:defRPr/>
            </a:lvl1pPr>
          </a:lstStyle>
          <a:p>
            <a:pPr>
              <a:defRPr/>
            </a:pPr>
            <a:r>
              <a:rPr lang="en-IN" altLang="en-US"/>
              <a:t>14/05/25</a:t>
            </a:r>
          </a:p>
        </p:txBody>
      </p:sp>
      <p:sp>
        <p:nvSpPr>
          <p:cNvPr id="5" name="Rectangle 2">
            <a:extLst>
              <a:ext uri="{FF2B5EF4-FFF2-40B4-BE49-F238E27FC236}">
                <a16:creationId xmlns:a16="http://schemas.microsoft.com/office/drawing/2014/main" id="{96BDE62F-563D-7EFD-3DC3-3CBB87717F18}"/>
              </a:ext>
            </a:extLst>
          </p:cNvPr>
          <p:cNvSpPr>
            <a:spLocks noGrp="1" noChangeArrowheads="1"/>
          </p:cNvSpPr>
          <p:nvPr>
            <p:ph type="ftr" idx="11"/>
          </p:nvPr>
        </p:nvSpPr>
        <p:spPr>
          <a:ln/>
        </p:spPr>
        <p:txBody>
          <a:bodyPr/>
          <a:lstStyle>
            <a:lvl1pPr>
              <a:defRPr/>
            </a:lvl1pPr>
          </a:lstStyle>
          <a:p>
            <a:pPr>
              <a:defRPr/>
            </a:pPr>
            <a:r>
              <a:rPr lang="en-IN" altLang="en-US"/>
              <a:t>Department of CSE  </a:t>
            </a:r>
          </a:p>
        </p:txBody>
      </p:sp>
      <p:sp>
        <p:nvSpPr>
          <p:cNvPr id="6" name="Rectangle 3">
            <a:extLst>
              <a:ext uri="{FF2B5EF4-FFF2-40B4-BE49-F238E27FC236}">
                <a16:creationId xmlns:a16="http://schemas.microsoft.com/office/drawing/2014/main" id="{7C84E48D-74C3-35AB-2551-AE4DC5CE2173}"/>
              </a:ext>
            </a:extLst>
          </p:cNvPr>
          <p:cNvSpPr>
            <a:spLocks noGrp="1" noChangeArrowheads="1"/>
          </p:cNvSpPr>
          <p:nvPr>
            <p:ph type="sldNum" idx="12"/>
          </p:nvPr>
        </p:nvSpPr>
        <p:spPr>
          <a:ln/>
        </p:spPr>
        <p:txBody>
          <a:bodyPr/>
          <a:lstStyle>
            <a:lvl1pPr>
              <a:defRPr/>
            </a:lvl1pPr>
          </a:lstStyle>
          <a:p>
            <a:pPr>
              <a:defRPr/>
            </a:pPr>
            <a:fld id="{19BD783A-6572-4402-9FC2-BE8B052185B2}" type="slidenum">
              <a:rPr lang="en-IN" altLang="en-US"/>
              <a:pPr>
                <a:defRPr/>
              </a:pPr>
              <a:t>‹#›</a:t>
            </a:fld>
            <a:endParaRPr lang="en-IN" altLang="en-US"/>
          </a:p>
        </p:txBody>
      </p:sp>
    </p:spTree>
    <p:extLst>
      <p:ext uri="{BB962C8B-B14F-4D97-AF65-F5344CB8AC3E}">
        <p14:creationId xmlns:p14="http://schemas.microsoft.com/office/powerpoint/2010/main" val="2583869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6C375949-38E4-3168-B81D-4DD7795746E6}"/>
              </a:ext>
            </a:extLst>
          </p:cNvPr>
          <p:cNvSpPr>
            <a:spLocks noGrp="1" noChangeArrowheads="1"/>
          </p:cNvSpPr>
          <p:nvPr>
            <p:ph type="title"/>
          </p:nvPr>
        </p:nvSpPr>
        <p:spPr bwMode="auto">
          <a:xfrm>
            <a:off x="471488" y="738188"/>
            <a:ext cx="8220075"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91440" rIns="91440" bIns="91440" numCol="1" anchor="b" anchorCtr="0" compatLnSpc="1">
            <a:prstTxWarp prst="textNoShape">
              <a:avLst/>
            </a:prstTxWarp>
          </a:bodyPr>
          <a:lstStyle/>
          <a:p>
            <a:pPr lvl="0"/>
            <a:r>
              <a:rPr lang="en-GB" altLang="en-US"/>
              <a:t>Click to edit the title text format</a:t>
            </a:r>
          </a:p>
        </p:txBody>
      </p:sp>
      <p:sp>
        <p:nvSpPr>
          <p:cNvPr id="1027" name="Rectangle 2">
            <a:extLst>
              <a:ext uri="{FF2B5EF4-FFF2-40B4-BE49-F238E27FC236}">
                <a16:creationId xmlns:a16="http://schemas.microsoft.com/office/drawing/2014/main" id="{D38FF533-A75D-2B62-BF8C-2A73F6A66254}"/>
              </a:ext>
            </a:extLst>
          </p:cNvPr>
          <p:cNvSpPr>
            <a:spLocks noGrp="1" noChangeArrowheads="1"/>
          </p:cNvSpPr>
          <p:nvPr>
            <p:ph type="body" idx="1"/>
          </p:nvPr>
        </p:nvSpPr>
        <p:spPr bwMode="auto">
          <a:xfrm>
            <a:off x="471488" y="1919288"/>
            <a:ext cx="8220075" cy="2708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91440" rIns="91440" bIns="9144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 name="Rectangle 3">
            <a:extLst>
              <a:ext uri="{FF2B5EF4-FFF2-40B4-BE49-F238E27FC236}">
                <a16:creationId xmlns:a16="http://schemas.microsoft.com/office/drawing/2014/main" id="{B91EE7CC-D10B-C833-A59F-A69E373165A0}"/>
              </a:ext>
            </a:extLst>
          </p:cNvPr>
          <p:cNvSpPr>
            <a:spLocks noGrp="1" noChangeArrowheads="1"/>
          </p:cNvSpPr>
          <p:nvPr>
            <p:ph type="sldNum"/>
          </p:nvPr>
        </p:nvSpPr>
        <p:spPr bwMode="auto">
          <a:xfrm>
            <a:off x="8523288" y="4695825"/>
            <a:ext cx="546100" cy="392113"/>
          </a:xfrm>
          <a:prstGeom prst="rect">
            <a:avLst/>
          </a:prstGeom>
          <a:noFill/>
          <a:ln>
            <a:noFill/>
          </a:ln>
          <a:effectLst/>
        </p:spPr>
        <p:txBody>
          <a:bodyPr vert="horz" wrap="square" lIns="91440" tIns="91440" rIns="91440" bIns="91440" numCol="1" anchor="ctr" anchorCtr="0" compatLnSpc="1">
            <a:prstTxWarp prst="textNoShape">
              <a:avLst/>
            </a:prstTxWarp>
          </a:bodyPr>
          <a:lstStyle>
            <a:lvl1pPr algn="r" eaLnBrk="1" hangingPunct="1">
              <a:lnSpc>
                <a:spcPct val="100000"/>
              </a:lnSpc>
              <a:buClr>
                <a:srgbClr val="000000"/>
              </a:buClr>
              <a:buSzPct val="100000"/>
              <a:buFont typeface="Times New Roman" panose="02020603050405020304" pitchFamily="18" charset="0"/>
              <a:buNone/>
              <a:defRPr>
                <a:solidFill>
                  <a:srgbClr val="000000"/>
                </a:solidFill>
                <a:latin typeface="+mn-lt"/>
                <a:cs typeface="Lucida Sans Unicode" panose="020B0602030504020204" pitchFamily="34" charset="0"/>
              </a:defRPr>
            </a:lvl1pPr>
          </a:lstStyle>
          <a:p>
            <a:pPr>
              <a:defRPr/>
            </a:pPr>
            <a:fld id="{8335E049-DC9D-4D5F-9C13-5B3E469C2515}"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kern="1200">
          <a:solidFill>
            <a:srgbClr val="000000"/>
          </a:solidFill>
          <a:latin typeface="+mj-lt"/>
          <a:ea typeface="+mj-ea"/>
          <a:cs typeface="+mj-cs"/>
        </a:defRPr>
      </a:lvl1pPr>
      <a:lvl2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2pPr>
      <a:lvl3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3pPr>
      <a:lvl4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4pPr>
      <a:lvl5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5pPr>
      <a:lvl6pPr marL="25146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6pPr>
      <a:lvl7pPr marL="29718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7pPr>
      <a:lvl8pPr marL="34290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8pPr>
      <a:lvl9pPr marL="38862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defRPr sz="2400" kern="1200">
          <a:solidFill>
            <a:srgbClr val="000000"/>
          </a:solidFill>
          <a:latin typeface="+mn-lt"/>
          <a:ea typeface="+mn-ea"/>
          <a:cs typeface="+mn-cs"/>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defRPr sz="2000" kern="1200">
          <a:solidFill>
            <a:srgbClr val="000000"/>
          </a:solidFill>
          <a:latin typeface="+mn-lt"/>
          <a:ea typeface="+mn-ea"/>
          <a:cs typeface="+mn-cs"/>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BAF73C6D-B90B-775D-74A8-D0A7E107C3C0}"/>
              </a:ext>
            </a:extLst>
          </p:cNvPr>
          <p:cNvSpPr>
            <a:spLocks noGrp="1" noChangeArrowheads="1"/>
          </p:cNvSpPr>
          <p:nvPr>
            <p:ph type="title"/>
          </p:nvPr>
        </p:nvSpPr>
        <p:spPr bwMode="auto">
          <a:xfrm>
            <a:off x="457200" y="206375"/>
            <a:ext cx="822801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5000" rIns="90000" bIns="45000" numCol="1" anchor="t" anchorCtr="0" compatLnSpc="1">
            <a:prstTxWarp prst="textNoShape">
              <a:avLst/>
            </a:prstTxWarp>
          </a:bodyPr>
          <a:lstStyle/>
          <a:p>
            <a:pPr lvl="0"/>
            <a:r>
              <a:rPr lang="en-GB" altLang="en-US"/>
              <a:t>Click to edit the title text formatClick to edit Master title style</a:t>
            </a:r>
          </a:p>
        </p:txBody>
      </p:sp>
      <p:sp>
        <p:nvSpPr>
          <p:cNvPr id="2051" name="Rectangle 2">
            <a:extLst>
              <a:ext uri="{FF2B5EF4-FFF2-40B4-BE49-F238E27FC236}">
                <a16:creationId xmlns:a16="http://schemas.microsoft.com/office/drawing/2014/main" id="{62F10669-AD71-A8D6-E177-C74110C46700}"/>
              </a:ext>
            </a:extLst>
          </p:cNvPr>
          <p:cNvSpPr>
            <a:spLocks noGrp="1" noChangeArrowheads="1"/>
          </p:cNvSpPr>
          <p:nvPr>
            <p:ph type="body" idx="1"/>
          </p:nvPr>
        </p:nvSpPr>
        <p:spPr bwMode="auto">
          <a:xfrm>
            <a:off x="457200" y="1200150"/>
            <a:ext cx="8228013" cy="339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5000" rIns="90000" bIns="450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0"/>
            <a:r>
              <a:rPr lang="en-GB" altLang="en-US"/>
              <a:t>Ninth Outline LevelClick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3">
            <a:extLst>
              <a:ext uri="{FF2B5EF4-FFF2-40B4-BE49-F238E27FC236}">
                <a16:creationId xmlns:a16="http://schemas.microsoft.com/office/drawing/2014/main" id="{EFFF560D-262D-B1D8-751C-A769CAA2EECC}"/>
              </a:ext>
            </a:extLst>
          </p:cNvPr>
          <p:cNvSpPr>
            <a:spLocks noGrp="1" noChangeArrowheads="1"/>
          </p:cNvSpPr>
          <p:nvPr>
            <p:ph type="dt"/>
          </p:nvPr>
        </p:nvSpPr>
        <p:spPr bwMode="auto">
          <a:xfrm>
            <a:off x="457200" y="4767263"/>
            <a:ext cx="2132013" cy="271462"/>
          </a:xfrm>
          <a:prstGeom prst="rect">
            <a:avLst/>
          </a:prstGeom>
          <a:noFill/>
          <a:ln>
            <a:noFill/>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tabLst>
                <a:tab pos="723900" algn="l"/>
                <a:tab pos="1447800" algn="l"/>
              </a:tabLst>
              <a:defRPr>
                <a:solidFill>
                  <a:srgbClr val="000000"/>
                </a:solidFill>
                <a:latin typeface="+mn-lt"/>
                <a:cs typeface="Lucida Sans Unicode" panose="020B0602030504020204" pitchFamily="34" charset="0"/>
              </a:defRPr>
            </a:lvl1pPr>
          </a:lstStyle>
          <a:p>
            <a:pPr>
              <a:defRPr/>
            </a:pPr>
            <a:r>
              <a:rPr lang="en-IN" altLang="en-US"/>
              <a:t>14/05/25</a:t>
            </a:r>
          </a:p>
        </p:txBody>
      </p:sp>
      <p:sp>
        <p:nvSpPr>
          <p:cNvPr id="2052" name="Rectangle 4">
            <a:extLst>
              <a:ext uri="{FF2B5EF4-FFF2-40B4-BE49-F238E27FC236}">
                <a16:creationId xmlns:a16="http://schemas.microsoft.com/office/drawing/2014/main" id="{F5674352-5CB1-71F4-B326-DAAA67CA3D58}"/>
              </a:ext>
            </a:extLst>
          </p:cNvPr>
          <p:cNvSpPr>
            <a:spLocks noGrp="1" noChangeArrowheads="1"/>
          </p:cNvSpPr>
          <p:nvPr>
            <p:ph type="ftr"/>
          </p:nvPr>
        </p:nvSpPr>
        <p:spPr bwMode="auto">
          <a:xfrm>
            <a:off x="3124200" y="4767263"/>
            <a:ext cx="2894013" cy="271462"/>
          </a:xfrm>
          <a:prstGeom prst="rect">
            <a:avLst/>
          </a:prstGeom>
          <a:noFill/>
          <a:ln>
            <a:noFill/>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tabLst>
                <a:tab pos="723900" algn="l"/>
                <a:tab pos="1447800" algn="l"/>
                <a:tab pos="2171700" algn="l"/>
                <a:tab pos="2895600" algn="l"/>
              </a:tabLst>
              <a:defRPr>
                <a:solidFill>
                  <a:srgbClr val="000000"/>
                </a:solidFill>
                <a:latin typeface="+mn-lt"/>
                <a:cs typeface="Lucida Sans Unicode" panose="020B0602030504020204" pitchFamily="34" charset="0"/>
              </a:defRPr>
            </a:lvl1pPr>
          </a:lstStyle>
          <a:p>
            <a:pPr>
              <a:defRPr/>
            </a:pPr>
            <a:r>
              <a:rPr lang="en-IN" altLang="en-US"/>
              <a:t>Department of CSE  </a:t>
            </a:r>
          </a:p>
        </p:txBody>
      </p:sp>
      <p:sp>
        <p:nvSpPr>
          <p:cNvPr id="2053" name="Rectangle 5">
            <a:extLst>
              <a:ext uri="{FF2B5EF4-FFF2-40B4-BE49-F238E27FC236}">
                <a16:creationId xmlns:a16="http://schemas.microsoft.com/office/drawing/2014/main" id="{090FDC9E-09CA-8415-6D04-1E60528BA0F7}"/>
              </a:ext>
            </a:extLst>
          </p:cNvPr>
          <p:cNvSpPr>
            <a:spLocks noGrp="1" noChangeArrowheads="1"/>
          </p:cNvSpPr>
          <p:nvPr>
            <p:ph type="sldNum"/>
          </p:nvPr>
        </p:nvSpPr>
        <p:spPr bwMode="auto">
          <a:xfrm>
            <a:off x="6553200" y="4767263"/>
            <a:ext cx="2132013" cy="271462"/>
          </a:xfrm>
          <a:prstGeom prst="rect">
            <a:avLst/>
          </a:prstGeom>
          <a:noFill/>
          <a:ln>
            <a:noFill/>
          </a:ln>
          <a:effectLst/>
        </p:spPr>
        <p:txBody>
          <a:bodyPr vert="horz" wrap="square" lIns="90000" tIns="45000" rIns="90000" bIns="45000" numCol="1" anchor="t" anchorCtr="0" compatLnSpc="1">
            <a:prstTxWarp prst="textNoShape">
              <a:avLst/>
            </a:prstTxWarp>
          </a:bodyPr>
          <a:lstStyle>
            <a:lvl1pPr algn="r" eaLnBrk="1" hangingPunct="1">
              <a:lnSpc>
                <a:spcPct val="100000"/>
              </a:lnSpc>
              <a:buClr>
                <a:srgbClr val="000000"/>
              </a:buClr>
              <a:buSzPct val="100000"/>
              <a:buFont typeface="Times New Roman" panose="02020603050405020304" pitchFamily="18" charset="0"/>
              <a:buNone/>
              <a:tabLst>
                <a:tab pos="723900" algn="l"/>
                <a:tab pos="1447800" algn="l"/>
              </a:tabLst>
              <a:defRPr>
                <a:solidFill>
                  <a:srgbClr val="000000"/>
                </a:solidFill>
                <a:latin typeface="+mn-lt"/>
                <a:cs typeface="Lucida Sans Unicode" panose="020B0602030504020204" pitchFamily="34" charset="0"/>
              </a:defRPr>
            </a:lvl1pPr>
          </a:lstStyle>
          <a:p>
            <a:pPr>
              <a:defRPr/>
            </a:pPr>
            <a:fld id="{5CA21CF4-3190-44A4-986E-2CB76A27FD40}"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p:txStyles>
    <p:titleStyle>
      <a:lvl1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kern="1200">
          <a:solidFill>
            <a:srgbClr val="000000"/>
          </a:solidFill>
          <a:latin typeface="+mj-lt"/>
          <a:ea typeface="+mj-ea"/>
          <a:cs typeface="+mj-cs"/>
        </a:defRPr>
      </a:lvl1pPr>
      <a:lvl2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2pPr>
      <a:lvl3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3pPr>
      <a:lvl4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4pPr>
      <a:lvl5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5pPr>
      <a:lvl6pPr marL="25146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6pPr>
      <a:lvl7pPr marL="29718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7pPr>
      <a:lvl8pPr marL="34290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8pPr>
      <a:lvl9pPr marL="38862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defRPr sz="2400" kern="1200">
          <a:solidFill>
            <a:srgbClr val="000000"/>
          </a:solidFill>
          <a:latin typeface="+mn-lt"/>
          <a:ea typeface="+mn-ea"/>
          <a:cs typeface="+mn-cs"/>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defRPr sz="2000" kern="1200">
          <a:solidFill>
            <a:srgbClr val="000000"/>
          </a:solidFill>
          <a:latin typeface="+mn-lt"/>
          <a:ea typeface="+mn-ea"/>
          <a:cs typeface="+mn-cs"/>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F6239EFF-D4D9-089B-F58C-8C572B06881C}"/>
              </a:ext>
            </a:extLst>
          </p:cNvPr>
          <p:cNvSpPr>
            <a:spLocks noGrp="1" noChangeArrowheads="1"/>
          </p:cNvSpPr>
          <p:nvPr>
            <p:ph type="dt"/>
          </p:nvPr>
        </p:nvSpPr>
        <p:spPr bwMode="auto">
          <a:xfrm>
            <a:off x="457200" y="4767263"/>
            <a:ext cx="2132013" cy="271462"/>
          </a:xfrm>
          <a:prstGeom prst="rect">
            <a:avLst/>
          </a:prstGeom>
          <a:noFill/>
          <a:ln>
            <a:noFill/>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tabLst>
                <a:tab pos="723900" algn="l"/>
                <a:tab pos="1447800" algn="l"/>
              </a:tabLst>
              <a:defRPr>
                <a:solidFill>
                  <a:srgbClr val="000000"/>
                </a:solidFill>
                <a:latin typeface="+mn-lt"/>
                <a:cs typeface="Lucida Sans Unicode" panose="020B0602030504020204" pitchFamily="34" charset="0"/>
              </a:defRPr>
            </a:lvl1pPr>
          </a:lstStyle>
          <a:p>
            <a:pPr>
              <a:defRPr/>
            </a:pPr>
            <a:r>
              <a:rPr lang="en-IN" altLang="en-US"/>
              <a:t>14/05/25</a:t>
            </a:r>
          </a:p>
        </p:txBody>
      </p:sp>
      <p:sp>
        <p:nvSpPr>
          <p:cNvPr id="3074" name="Rectangle 2">
            <a:extLst>
              <a:ext uri="{FF2B5EF4-FFF2-40B4-BE49-F238E27FC236}">
                <a16:creationId xmlns:a16="http://schemas.microsoft.com/office/drawing/2014/main" id="{0EA6F7A3-8A79-029F-4DA1-CD95E3C2B500}"/>
              </a:ext>
            </a:extLst>
          </p:cNvPr>
          <p:cNvSpPr>
            <a:spLocks noGrp="1" noChangeArrowheads="1"/>
          </p:cNvSpPr>
          <p:nvPr>
            <p:ph type="ftr"/>
          </p:nvPr>
        </p:nvSpPr>
        <p:spPr bwMode="auto">
          <a:xfrm>
            <a:off x="3124200" y="4767263"/>
            <a:ext cx="2894013" cy="271462"/>
          </a:xfrm>
          <a:prstGeom prst="rect">
            <a:avLst/>
          </a:prstGeom>
          <a:noFill/>
          <a:ln>
            <a:noFill/>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tabLst>
                <a:tab pos="723900" algn="l"/>
                <a:tab pos="1447800" algn="l"/>
                <a:tab pos="2171700" algn="l"/>
                <a:tab pos="2895600" algn="l"/>
              </a:tabLst>
              <a:defRPr>
                <a:solidFill>
                  <a:srgbClr val="000000"/>
                </a:solidFill>
                <a:latin typeface="+mn-lt"/>
                <a:cs typeface="Lucida Sans Unicode" panose="020B0602030504020204" pitchFamily="34" charset="0"/>
              </a:defRPr>
            </a:lvl1pPr>
          </a:lstStyle>
          <a:p>
            <a:pPr>
              <a:defRPr/>
            </a:pPr>
            <a:r>
              <a:rPr lang="en-IN" altLang="en-US"/>
              <a:t>Department of CSE  </a:t>
            </a:r>
          </a:p>
        </p:txBody>
      </p:sp>
      <p:sp>
        <p:nvSpPr>
          <p:cNvPr id="3075" name="Rectangle 3">
            <a:extLst>
              <a:ext uri="{FF2B5EF4-FFF2-40B4-BE49-F238E27FC236}">
                <a16:creationId xmlns:a16="http://schemas.microsoft.com/office/drawing/2014/main" id="{1F44CEC0-C2FF-1DE1-9AF6-D0F625B282B4}"/>
              </a:ext>
            </a:extLst>
          </p:cNvPr>
          <p:cNvSpPr>
            <a:spLocks noGrp="1" noChangeArrowheads="1"/>
          </p:cNvSpPr>
          <p:nvPr>
            <p:ph type="sldNum"/>
          </p:nvPr>
        </p:nvSpPr>
        <p:spPr bwMode="auto">
          <a:xfrm>
            <a:off x="6553200" y="4767263"/>
            <a:ext cx="2132013" cy="271462"/>
          </a:xfrm>
          <a:prstGeom prst="rect">
            <a:avLst/>
          </a:prstGeom>
          <a:noFill/>
          <a:ln>
            <a:noFill/>
          </a:ln>
          <a:effectLst/>
        </p:spPr>
        <p:txBody>
          <a:bodyPr vert="horz" wrap="square" lIns="90000" tIns="45000" rIns="90000" bIns="45000" numCol="1" anchor="t" anchorCtr="0" compatLnSpc="1">
            <a:prstTxWarp prst="textNoShape">
              <a:avLst/>
            </a:prstTxWarp>
          </a:bodyPr>
          <a:lstStyle>
            <a:lvl1pPr algn="r" eaLnBrk="1" hangingPunct="1">
              <a:lnSpc>
                <a:spcPct val="100000"/>
              </a:lnSpc>
              <a:buClr>
                <a:srgbClr val="000000"/>
              </a:buClr>
              <a:buSzPct val="100000"/>
              <a:buFont typeface="Times New Roman" panose="02020603050405020304" pitchFamily="18" charset="0"/>
              <a:buNone/>
              <a:tabLst>
                <a:tab pos="723900" algn="l"/>
                <a:tab pos="1447800" algn="l"/>
              </a:tabLst>
              <a:defRPr>
                <a:solidFill>
                  <a:srgbClr val="000000"/>
                </a:solidFill>
                <a:latin typeface="+mn-lt"/>
                <a:cs typeface="Lucida Sans Unicode" panose="020B0602030504020204" pitchFamily="34" charset="0"/>
              </a:defRPr>
            </a:lvl1pPr>
          </a:lstStyle>
          <a:p>
            <a:pPr>
              <a:defRPr/>
            </a:pPr>
            <a:fld id="{655B2342-979F-4947-834F-AAD858AD6B8F}" type="slidenum">
              <a:rPr lang="en-IN" altLang="en-US"/>
              <a:pPr>
                <a:defRPr/>
              </a:pPr>
              <a:t>‹#›</a:t>
            </a:fld>
            <a:endParaRPr lang="en-IN" altLang="en-US"/>
          </a:p>
        </p:txBody>
      </p:sp>
      <p:sp>
        <p:nvSpPr>
          <p:cNvPr id="3077" name="Rectangle 4">
            <a:extLst>
              <a:ext uri="{FF2B5EF4-FFF2-40B4-BE49-F238E27FC236}">
                <a16:creationId xmlns:a16="http://schemas.microsoft.com/office/drawing/2014/main" id="{05957EE5-8450-82A5-B157-DAFA227AF0F6}"/>
              </a:ext>
            </a:extLst>
          </p:cNvPr>
          <p:cNvSpPr>
            <a:spLocks noGrp="1" noChangeArrowheads="1"/>
          </p:cNvSpPr>
          <p:nvPr>
            <p:ph type="title"/>
          </p:nvPr>
        </p:nvSpPr>
        <p:spPr bwMode="auto">
          <a:xfrm>
            <a:off x="457200" y="204788"/>
            <a:ext cx="8228013"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3078" name="Rectangle 5">
            <a:extLst>
              <a:ext uri="{FF2B5EF4-FFF2-40B4-BE49-F238E27FC236}">
                <a16:creationId xmlns:a16="http://schemas.microsoft.com/office/drawing/2014/main" id="{75A6314D-A007-5E6E-FCF9-C630A9DC29C4}"/>
              </a:ext>
            </a:extLst>
          </p:cNvPr>
          <p:cNvSpPr>
            <a:spLocks noGrp="1" noChangeArrowheads="1"/>
          </p:cNvSpPr>
          <p:nvPr>
            <p:ph type="body" idx="1"/>
          </p:nvPr>
        </p:nvSpPr>
        <p:spPr bwMode="auto">
          <a:xfrm>
            <a:off x="457200" y="1203325"/>
            <a:ext cx="8228013" cy="339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p:txStyles>
    <p:titleStyle>
      <a:lvl1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kern="1200">
          <a:solidFill>
            <a:srgbClr val="000000"/>
          </a:solidFill>
          <a:latin typeface="+mj-lt"/>
          <a:ea typeface="+mj-ea"/>
          <a:cs typeface="+mj-cs"/>
        </a:defRPr>
      </a:lvl1pPr>
      <a:lvl2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2pPr>
      <a:lvl3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3pPr>
      <a:lvl4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4pPr>
      <a:lvl5pPr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5pPr>
      <a:lvl6pPr marL="25146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6pPr>
      <a:lvl7pPr marL="29718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7pPr>
      <a:lvl8pPr marL="34290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8pPr>
      <a:lvl9pPr marL="3886200" indent="-228600" algn="l" defTabSz="449263" rtl="0" fontAlgn="base">
        <a:lnSpc>
          <a:spcPct val="93000"/>
        </a:lnSpc>
        <a:spcBef>
          <a:spcPct val="0"/>
        </a:spcBef>
        <a:spcAft>
          <a:spcPct val="0"/>
        </a:spcAft>
        <a:buClr>
          <a:srgbClr val="000000"/>
        </a:buClr>
        <a:buSzPct val="100000"/>
        <a:buFont typeface="Times New Roman" panose="02020603050405020304" pitchFamily="18" charset="0"/>
        <a:defRPr sz="1400">
          <a:solidFill>
            <a:srgbClr val="000000"/>
          </a:solidFill>
          <a:latin typeface="Arial" panose="020B0604020202020204" pitchFamily="34" charset="0"/>
          <a:cs typeface="Arial" panose="020B0604020202020204" pitchFamily="34" charset="0"/>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defRPr sz="2400" kern="1200">
          <a:solidFill>
            <a:srgbClr val="000000"/>
          </a:solidFill>
          <a:latin typeface="+mn-lt"/>
          <a:ea typeface="+mn-ea"/>
          <a:cs typeface="+mn-cs"/>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defRPr sz="2000" kern="1200">
          <a:solidFill>
            <a:srgbClr val="000000"/>
          </a:solidFill>
          <a:latin typeface="+mn-lt"/>
          <a:ea typeface="+mn-ea"/>
          <a:cs typeface="+mn-cs"/>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68214795-7A53-C5FC-836C-68BE317BF865}"/>
              </a:ext>
            </a:extLst>
          </p:cNvPr>
          <p:cNvSpPr>
            <a:spLocks noGrp="1" noChangeArrowheads="1"/>
          </p:cNvSpPr>
          <p:nvPr>
            <p:ph type="body" idx="4294967295"/>
          </p:nvPr>
        </p:nvSpPr>
        <p:spPr>
          <a:xfrm>
            <a:off x="368300" y="1339850"/>
            <a:ext cx="8662988" cy="792163"/>
          </a:xfrm>
        </p:spPr>
        <p:txBody>
          <a:bodyPr anchor="ctr"/>
          <a:lstStyle/>
          <a:p>
            <a:pPr marL="114300" indent="0" algn="ctr" eaLnBrk="1" hangingPunct="1">
              <a:lnSpc>
                <a:spcPct val="100000"/>
              </a:lnSpc>
              <a:spcBef>
                <a:spcPts val="638"/>
              </a:spcBef>
              <a:tabLst>
                <a:tab pos="723900" algn="l"/>
                <a:tab pos="1447800" algn="l"/>
                <a:tab pos="2171700" algn="l"/>
                <a:tab pos="2895600" algn="l"/>
                <a:tab pos="3619500" algn="l"/>
                <a:tab pos="4343400" algn="l"/>
                <a:tab pos="5067300" algn="l"/>
                <a:tab pos="5791200" algn="l"/>
                <a:tab pos="6515100" algn="l"/>
                <a:tab pos="7239000" algn="l"/>
                <a:tab pos="7962900" algn="l"/>
              </a:tabLst>
            </a:pPr>
            <a:r>
              <a:rPr lang="en-IN" altLang="en-US" sz="2000" b="1" dirty="0">
                <a:latin typeface="Times New Roman" panose="02020603050405020304" pitchFamily="18" charset="0"/>
                <a:cs typeface="Calibri" panose="020F0502020204030204" pitchFamily="34" charset="0"/>
              </a:rPr>
              <a:t>Voice Based Banking for Rural Areas</a:t>
            </a:r>
          </a:p>
        </p:txBody>
      </p:sp>
      <p:sp>
        <p:nvSpPr>
          <p:cNvPr id="5123" name="Text Box 2">
            <a:extLst>
              <a:ext uri="{FF2B5EF4-FFF2-40B4-BE49-F238E27FC236}">
                <a16:creationId xmlns:a16="http://schemas.microsoft.com/office/drawing/2014/main" id="{4E21A7C1-77EB-BD89-34BE-6344CE065AEE}"/>
              </a:ext>
            </a:extLst>
          </p:cNvPr>
          <p:cNvSpPr txBox="1">
            <a:spLocks noChangeArrowheads="1"/>
          </p:cNvSpPr>
          <p:nvPr/>
        </p:nvSpPr>
        <p:spPr bwMode="auto">
          <a:xfrm>
            <a:off x="7888288" y="4695825"/>
            <a:ext cx="5476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algn="r" eaLnBrk="1" hangingPunct="1">
              <a:buClr>
                <a:srgbClr val="000000"/>
              </a:buClr>
              <a:buSzPct val="100000"/>
              <a:buFont typeface="Times New Roman" panose="02020603050405020304" pitchFamily="18" charset="0"/>
              <a:buNone/>
            </a:pPr>
            <a:r>
              <a:rPr lang="en-IN" altLang="en-US">
                <a:solidFill>
                  <a:srgbClr val="000000"/>
                </a:solidFill>
                <a:latin typeface="Times New Roman" panose="02020603050405020304" pitchFamily="18" charset="0"/>
                <a:cs typeface="Lucida Sans Unicode" panose="020B0602030504020204" pitchFamily="34" charset="0"/>
              </a:rPr>
              <a:t> </a:t>
            </a:r>
            <a:fld id="{0ED6FC7C-7117-4DE3-A255-09E18A56E54B}" type="slidenum">
              <a:rPr lang="en-IN" altLang="en-US">
                <a:solidFill>
                  <a:srgbClr val="000000"/>
                </a:solidFill>
                <a:latin typeface="Times New Roman" panose="02020603050405020304" pitchFamily="18" charset="0"/>
                <a:cs typeface="Lucida Sans Unicode" panose="020B0602030504020204" pitchFamily="34" charset="0"/>
              </a:rPr>
              <a:pPr algn="r" eaLnBrk="1" hangingPunct="1">
                <a:buClr>
                  <a:srgbClr val="000000"/>
                </a:buClr>
                <a:buSzPct val="100000"/>
                <a:buFont typeface="Times New Roman" panose="02020603050405020304" pitchFamily="18" charset="0"/>
                <a:buNone/>
              </a:pPr>
              <a:t>1</a:t>
            </a:fld>
            <a:endParaRPr lang="en-IN" altLang="en-US">
              <a:solidFill>
                <a:srgbClr val="000000"/>
              </a:solidFill>
              <a:latin typeface="Times New Roman" panose="02020603050405020304" pitchFamily="18" charset="0"/>
              <a:cs typeface="Lucida Sans Unicode" panose="020B0602030504020204" pitchFamily="34" charset="0"/>
            </a:endParaRPr>
          </a:p>
        </p:txBody>
      </p:sp>
      <p:pic>
        <p:nvPicPr>
          <p:cNvPr id="5124" name="Picture 3">
            <a:extLst>
              <a:ext uri="{FF2B5EF4-FFF2-40B4-BE49-F238E27FC236}">
                <a16:creationId xmlns:a16="http://schemas.microsoft.com/office/drawing/2014/main" id="{F6DFB00F-3450-B999-8C0D-43274CD925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8" y="334963"/>
            <a:ext cx="950912" cy="838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5" name="Rectangle 4">
            <a:extLst>
              <a:ext uri="{FF2B5EF4-FFF2-40B4-BE49-F238E27FC236}">
                <a16:creationId xmlns:a16="http://schemas.microsoft.com/office/drawing/2014/main" id="{1CA93D84-2BD5-A3A3-6F5C-63827329BB13}"/>
              </a:ext>
            </a:extLst>
          </p:cNvPr>
          <p:cNvSpPr>
            <a:spLocks noChangeArrowheads="1"/>
          </p:cNvSpPr>
          <p:nvPr/>
        </p:nvSpPr>
        <p:spPr bwMode="auto">
          <a:xfrm>
            <a:off x="1489075" y="334963"/>
            <a:ext cx="6421438"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3000" b="1">
                <a:latin typeface="Times New Roman" panose="02020603050405020304" pitchFamily="18" charset="0"/>
              </a:rPr>
              <a:t>Major Project Presentation</a:t>
            </a:r>
          </a:p>
        </p:txBody>
      </p:sp>
      <p:sp>
        <p:nvSpPr>
          <p:cNvPr id="5126" name="Rectangle 5">
            <a:extLst>
              <a:ext uri="{FF2B5EF4-FFF2-40B4-BE49-F238E27FC236}">
                <a16:creationId xmlns:a16="http://schemas.microsoft.com/office/drawing/2014/main" id="{4BB9A694-684D-0090-C30C-040E1DAFEEFD}"/>
              </a:ext>
            </a:extLst>
          </p:cNvPr>
          <p:cNvSpPr>
            <a:spLocks noChangeArrowheads="1"/>
          </p:cNvSpPr>
          <p:nvPr/>
        </p:nvSpPr>
        <p:spPr bwMode="auto">
          <a:xfrm>
            <a:off x="223838" y="2489200"/>
            <a:ext cx="3998912" cy="157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b="1" dirty="0">
                <a:latin typeface="Times New Roman" panose="02020603050405020304" pitchFamily="18" charset="0"/>
              </a:rPr>
              <a:t>Team Members</a:t>
            </a:r>
          </a:p>
          <a:p>
            <a:pPr eaLnBrk="1" hangingPunct="1">
              <a:lnSpc>
                <a:spcPct val="100000"/>
              </a:lnSpc>
              <a:spcAft>
                <a:spcPct val="0"/>
              </a:spcAft>
            </a:pPr>
            <a:r>
              <a:rPr lang="en-IN" altLang="en-US" sz="1800" dirty="0">
                <a:latin typeface="Times New Roman" panose="02020603050405020304" pitchFamily="18" charset="0"/>
              </a:rPr>
              <a:t>Sushrutha Shanbhogue     4SF22CS225</a:t>
            </a:r>
          </a:p>
          <a:p>
            <a:pPr eaLnBrk="1" hangingPunct="1">
              <a:lnSpc>
                <a:spcPct val="100000"/>
              </a:lnSpc>
              <a:spcAft>
                <a:spcPct val="0"/>
              </a:spcAft>
            </a:pPr>
            <a:r>
              <a:rPr lang="en-IN" altLang="en-US" sz="1800" dirty="0">
                <a:latin typeface="Times New Roman" panose="02020603050405020304" pitchFamily="18" charset="0"/>
              </a:rPr>
              <a:t>Raghavendra SS	    4SF22CS158</a:t>
            </a:r>
          </a:p>
          <a:p>
            <a:pPr eaLnBrk="1" hangingPunct="1">
              <a:lnSpc>
                <a:spcPct val="100000"/>
              </a:lnSpc>
              <a:spcAft>
                <a:spcPct val="0"/>
              </a:spcAft>
            </a:pPr>
            <a:r>
              <a:rPr lang="en-IN" altLang="en-US" sz="1800" dirty="0">
                <a:latin typeface="Times New Roman" panose="02020603050405020304" pitchFamily="18" charset="0"/>
              </a:rPr>
              <a:t>Sowndarya S                     4SF22CS218</a:t>
            </a:r>
          </a:p>
          <a:p>
            <a:pPr eaLnBrk="1" hangingPunct="1">
              <a:lnSpc>
                <a:spcPct val="100000"/>
              </a:lnSpc>
              <a:spcAft>
                <a:spcPct val="0"/>
              </a:spcAft>
            </a:pPr>
            <a:r>
              <a:rPr lang="en-IN" altLang="en-US" sz="1800" dirty="0">
                <a:latin typeface="Times New Roman" panose="02020603050405020304" pitchFamily="18" charset="0"/>
              </a:rPr>
              <a:t>Iram A.K Shaikh	    4SF23CS404</a:t>
            </a:r>
          </a:p>
        </p:txBody>
      </p:sp>
      <p:sp>
        <p:nvSpPr>
          <p:cNvPr id="5127" name="Rectangle 6">
            <a:extLst>
              <a:ext uri="{FF2B5EF4-FFF2-40B4-BE49-F238E27FC236}">
                <a16:creationId xmlns:a16="http://schemas.microsoft.com/office/drawing/2014/main" id="{728844F0-AD0B-D6CF-D7F1-C55F9BA6EC32}"/>
              </a:ext>
            </a:extLst>
          </p:cNvPr>
          <p:cNvSpPr>
            <a:spLocks noChangeArrowheads="1"/>
          </p:cNvSpPr>
          <p:nvPr/>
        </p:nvSpPr>
        <p:spPr bwMode="auto">
          <a:xfrm>
            <a:off x="6261100" y="2568575"/>
            <a:ext cx="2659063" cy="157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b="1">
                <a:latin typeface="Times New Roman" panose="02020603050405020304" pitchFamily="18" charset="0"/>
              </a:rPr>
              <a:t>Under the Guidance of:</a:t>
            </a:r>
          </a:p>
          <a:p>
            <a:pPr eaLnBrk="1" hangingPunct="1">
              <a:lnSpc>
                <a:spcPct val="100000"/>
              </a:lnSpc>
              <a:spcAft>
                <a:spcPct val="0"/>
              </a:spcAft>
            </a:pPr>
            <a:r>
              <a:rPr lang="en-IN" altLang="en-US" sz="1800">
                <a:latin typeface="Times New Roman" panose="02020603050405020304" pitchFamily="18" charset="0"/>
              </a:rPr>
              <a:t>Mr. Raghavendra Sooda Assistant Professor, </a:t>
            </a:r>
          </a:p>
          <a:p>
            <a:pPr eaLnBrk="1" hangingPunct="1">
              <a:lnSpc>
                <a:spcPct val="100000"/>
              </a:lnSpc>
              <a:spcAft>
                <a:spcPct val="0"/>
              </a:spcAft>
            </a:pPr>
            <a:r>
              <a:rPr lang="en-IN" altLang="en-US" sz="1800">
                <a:latin typeface="Times New Roman" panose="02020603050405020304" pitchFamily="18" charset="0"/>
              </a:rPr>
              <a:t>Dept of CSE, SCEM 	</a:t>
            </a:r>
          </a:p>
          <a:p>
            <a:pPr eaLnBrk="1" hangingPunct="1">
              <a:lnSpc>
                <a:spcPct val="100000"/>
              </a:lnSpc>
              <a:spcAft>
                <a:spcPct val="0"/>
              </a:spcAft>
            </a:pPr>
            <a:endParaRPr lang="en-IN" altLang="en-US" sz="1800">
              <a:latin typeface="Times New Roman" panose="02020603050405020304" pitchFamily="18" charset="0"/>
            </a:endParaRPr>
          </a:p>
        </p:txBody>
      </p:sp>
      <p:sp>
        <p:nvSpPr>
          <p:cNvPr id="5128" name="Rectangle 7">
            <a:extLst>
              <a:ext uri="{FF2B5EF4-FFF2-40B4-BE49-F238E27FC236}">
                <a16:creationId xmlns:a16="http://schemas.microsoft.com/office/drawing/2014/main" id="{C1093195-99E3-CCB3-4010-14C36AEE7A94}"/>
              </a:ext>
            </a:extLst>
          </p:cNvPr>
          <p:cNvSpPr>
            <a:spLocks noChangeArrowheads="1"/>
          </p:cNvSpPr>
          <p:nvPr/>
        </p:nvSpPr>
        <p:spPr bwMode="auto">
          <a:xfrm>
            <a:off x="2279650" y="4605338"/>
            <a:ext cx="4583113"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1600" b="1">
                <a:latin typeface="Times New Roman" panose="02020603050405020304" pitchFamily="18" charset="0"/>
              </a:rPr>
              <a:t>Department of Computer Science and Engineering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62C91A75-182A-06F8-EEA2-D59CA3BA3E76}"/>
              </a:ext>
            </a:extLst>
          </p:cNvPr>
          <p:cNvSpPr>
            <a:spLocks noGrp="1" noChangeArrowheads="1"/>
          </p:cNvSpPr>
          <p:nvPr>
            <p:ph type="title" idx="4294967295"/>
          </p:nvPr>
        </p:nvSpPr>
        <p:spPr>
          <a:xfrm>
            <a:off x="460375" y="598488"/>
            <a:ext cx="8221663" cy="554037"/>
          </a:xfrm>
        </p:spPr>
        <p:txBody>
          <a:bodyPr lIns="90000" tIns="45000" rIns="90000" bIns="45000" anchor="t"/>
          <a:lstStyle/>
          <a:p>
            <a:pPr algn="ctr" eaLnBrk="1" hangingPunct="1">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IN" altLang="en-US" sz="2800" b="1">
                <a:latin typeface="Times New Roman" panose="02020603050405020304" pitchFamily="18" charset="0"/>
              </a:rPr>
              <a:t>Domain of the project</a:t>
            </a:r>
          </a:p>
        </p:txBody>
      </p:sp>
      <p:sp>
        <p:nvSpPr>
          <p:cNvPr id="7171" name="Rectangle 2">
            <a:extLst>
              <a:ext uri="{FF2B5EF4-FFF2-40B4-BE49-F238E27FC236}">
                <a16:creationId xmlns:a16="http://schemas.microsoft.com/office/drawing/2014/main" id="{65ABF91E-98D5-C34F-9DA9-B56E80C229E0}"/>
              </a:ext>
            </a:extLst>
          </p:cNvPr>
          <p:cNvSpPr>
            <a:spLocks noGrp="1" noChangeArrowheads="1"/>
          </p:cNvSpPr>
          <p:nvPr>
            <p:ph type="body" idx="4294967295"/>
          </p:nvPr>
        </p:nvSpPr>
        <p:spPr>
          <a:xfrm>
            <a:off x="407988" y="1587500"/>
            <a:ext cx="8326437" cy="1968500"/>
          </a:xfrm>
        </p:spPr>
        <p:txBody>
          <a:bodyPr lIns="90000" tIns="45000" rIns="90000" bIns="45000"/>
          <a:lstStyle/>
          <a:p>
            <a:pPr marL="0" indent="0" algn="just" eaLnBrk="1" hangingPunct="1">
              <a:lnSpc>
                <a:spcPct val="100000"/>
              </a:lnSpc>
              <a:spcBef>
                <a:spcPts val="600"/>
              </a:spcBef>
              <a:spcAft>
                <a:spcPts val="600"/>
              </a:spcAft>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1400"/>
              <a:t>This project lies at the intersection of Artificial Intelligence (AI), Natural Language Processing (NLP), and Banking and Financial Services. It leverages Microsoft Azure cloud technologies such as Speech Service, Translator Service, AI Avatar, and Azure Functions to create an intelligent, voice-driven banking solution. The system captures Kannada speech, translates it into English, and automatically fills bank forms in PDF format. By combining speech recognition, language translation, and automation, the project enhances financial accessibility for rural and regional users. It promotes digital inclusion by enabling customers to interact with banking services through natural voice communication in their local language.</a:t>
            </a:r>
            <a:endParaRPr lang="en-IN" altLang="en-US" sz="1400"/>
          </a:p>
        </p:txBody>
      </p:sp>
      <p:sp>
        <p:nvSpPr>
          <p:cNvPr id="7172" name="Text Box 3">
            <a:extLst>
              <a:ext uri="{FF2B5EF4-FFF2-40B4-BE49-F238E27FC236}">
                <a16:creationId xmlns:a16="http://schemas.microsoft.com/office/drawing/2014/main" id="{64B43586-1346-2E36-1F42-185FD332E5AC}"/>
              </a:ext>
            </a:extLst>
          </p:cNvPr>
          <p:cNvSpPr txBox="1">
            <a:spLocks noChangeArrowheads="1"/>
          </p:cNvSpPr>
          <p:nvPr/>
        </p:nvSpPr>
        <p:spPr bwMode="auto">
          <a:xfrm>
            <a:off x="8018463" y="4695825"/>
            <a:ext cx="5476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algn="r" eaLnBrk="1" hangingPunct="1">
              <a:buClr>
                <a:srgbClr val="000000"/>
              </a:buClr>
              <a:buSzPct val="100000"/>
              <a:buFont typeface="Times New Roman" panose="02020603050405020304" pitchFamily="18" charset="0"/>
              <a:buNone/>
            </a:pPr>
            <a:fld id="{1637913B-3F5D-4D44-8F31-BA08A52F06F6}" type="slidenum">
              <a:rPr lang="en-IN" altLang="en-US">
                <a:solidFill>
                  <a:srgbClr val="000000"/>
                </a:solidFill>
                <a:latin typeface="Times New Roman" panose="02020603050405020304" pitchFamily="18" charset="0"/>
                <a:cs typeface="Lucida Sans Unicode" panose="020B0602030504020204" pitchFamily="34" charset="0"/>
              </a:rPr>
              <a:pPr algn="r" eaLnBrk="1" hangingPunct="1">
                <a:buClr>
                  <a:srgbClr val="000000"/>
                </a:buClr>
                <a:buSzPct val="100000"/>
                <a:buFont typeface="Times New Roman" panose="02020603050405020304" pitchFamily="18" charset="0"/>
                <a:buNone/>
              </a:pPr>
              <a:t>2</a:t>
            </a:fld>
            <a:endParaRPr lang="en-IN" altLang="en-US">
              <a:solidFill>
                <a:srgbClr val="000000"/>
              </a:solidFill>
              <a:latin typeface="Times New Roman" panose="02020603050405020304" pitchFamily="18" charset="0"/>
              <a:cs typeface="Lucida Sans Unicode" panose="020B0602030504020204" pitchFamily="34" charset="0"/>
            </a:endParaRPr>
          </a:p>
        </p:txBody>
      </p:sp>
      <p:sp>
        <p:nvSpPr>
          <p:cNvPr id="7173" name="Rectangle 4">
            <a:extLst>
              <a:ext uri="{FF2B5EF4-FFF2-40B4-BE49-F238E27FC236}">
                <a16:creationId xmlns:a16="http://schemas.microsoft.com/office/drawing/2014/main" id="{4C322F8B-F1F4-1B61-1744-5F36EA360880}"/>
              </a:ext>
            </a:extLst>
          </p:cNvPr>
          <p:cNvSpPr>
            <a:spLocks noChangeArrowheads="1"/>
          </p:cNvSpPr>
          <p:nvPr/>
        </p:nvSpPr>
        <p:spPr bwMode="auto">
          <a:xfrm>
            <a:off x="3929063" y="4756150"/>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200">
                <a:latin typeface="Times New Roman" panose="02020603050405020304" pitchFamily="18" charset="0"/>
              </a:rPr>
              <a:t>Department of CSE</a:t>
            </a:r>
            <a:r>
              <a:rPr lang="en-IN" altLang="en-US" sz="1400">
                <a:latin typeface="Times New Roman" panose="02020603050405020304" pitchFamily="18" charset="0"/>
              </a:rPr>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a:extLst>
              <a:ext uri="{FF2B5EF4-FFF2-40B4-BE49-F238E27FC236}">
                <a16:creationId xmlns:a16="http://schemas.microsoft.com/office/drawing/2014/main" id="{131DA2C1-E4A3-69DB-4948-23F0826CA36A}"/>
              </a:ext>
            </a:extLst>
          </p:cNvPr>
          <p:cNvSpPr>
            <a:spLocks noGrp="1" noChangeArrowheads="1"/>
          </p:cNvSpPr>
          <p:nvPr>
            <p:ph type="title" idx="4294967295"/>
          </p:nvPr>
        </p:nvSpPr>
        <p:spPr>
          <a:xfrm>
            <a:off x="3770313" y="619125"/>
            <a:ext cx="1603375" cy="523875"/>
          </a:xfrm>
        </p:spPr>
        <p:txBody>
          <a:bodyPr lIns="90000" tIns="45000" rIns="90000" bIns="45000" anchor="t"/>
          <a:lstStyle/>
          <a:p>
            <a:pPr algn="ctr" eaLnBrk="1" hangingPunct="1">
              <a:lnSpc>
                <a:spcPct val="100000"/>
              </a:lnSpc>
              <a:tabLst>
                <a:tab pos="723900" algn="l"/>
                <a:tab pos="1447800" algn="l"/>
              </a:tabLst>
            </a:pPr>
            <a:r>
              <a:rPr lang="en-IN" altLang="en-US" sz="2800" b="1">
                <a:latin typeface="Times New Roman" panose="02020603050405020304" pitchFamily="18" charset="0"/>
              </a:rPr>
              <a:t>Abstract</a:t>
            </a:r>
          </a:p>
        </p:txBody>
      </p:sp>
      <p:sp>
        <p:nvSpPr>
          <p:cNvPr id="9219" name="Rectangle 2">
            <a:extLst>
              <a:ext uri="{FF2B5EF4-FFF2-40B4-BE49-F238E27FC236}">
                <a16:creationId xmlns:a16="http://schemas.microsoft.com/office/drawing/2014/main" id="{020D3617-1130-E0C9-0278-C63211C95647}"/>
              </a:ext>
            </a:extLst>
          </p:cNvPr>
          <p:cNvSpPr>
            <a:spLocks noGrp="1" noChangeArrowheads="1"/>
          </p:cNvSpPr>
          <p:nvPr>
            <p:ph type="body" idx="4294967295"/>
          </p:nvPr>
        </p:nvSpPr>
        <p:spPr>
          <a:xfrm>
            <a:off x="461963" y="1427163"/>
            <a:ext cx="8220075" cy="2289175"/>
          </a:xfrm>
        </p:spPr>
        <p:txBody>
          <a:bodyPr lIns="90000" tIns="45000" rIns="90000" bIns="45000"/>
          <a:lstStyle/>
          <a:p>
            <a:pPr marL="114300" indent="0" algn="just" eaLnBrk="1" hangingPunct="1">
              <a:lnSpc>
                <a:spcPct val="100000"/>
              </a:lnSpc>
              <a:spcBef>
                <a:spcPts val="600"/>
              </a:spcBef>
              <a:spcAft>
                <a:spcPts val="600"/>
              </a:spcAft>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1400" dirty="0"/>
              <a:t>The project titled “Voice – Based Banking for Rural Areas” focuses on simplifying banking access for Kannada-speaking users, especially in rural areas. It uses Azure Speech Service to capture and transcribe Kannada voice input, Azure Translator to convert it into English, and Azure Functions to fill bank forms automatically in PDF format. An interactive AI Avatar guides the user throughout the process. This integrated system eliminates language barriers, reduces manual errors, and promotes digital inclusivity by enabling users to complete banking tasks through natural voice interaction.</a:t>
            </a:r>
            <a:endParaRPr lang="en-IN" altLang="en-US" sz="1400" dirty="0">
              <a:latin typeface="Times New Roman" panose="02020603050405020304" pitchFamily="18" charset="0"/>
            </a:endParaRPr>
          </a:p>
        </p:txBody>
      </p:sp>
      <p:sp>
        <p:nvSpPr>
          <p:cNvPr id="9220" name="Text Box 3">
            <a:extLst>
              <a:ext uri="{FF2B5EF4-FFF2-40B4-BE49-F238E27FC236}">
                <a16:creationId xmlns:a16="http://schemas.microsoft.com/office/drawing/2014/main" id="{A4CBB107-0176-5FDB-87AD-ECF56C4DBC97}"/>
              </a:ext>
            </a:extLst>
          </p:cNvPr>
          <p:cNvSpPr txBox="1">
            <a:spLocks noChangeArrowheads="1"/>
          </p:cNvSpPr>
          <p:nvPr/>
        </p:nvSpPr>
        <p:spPr bwMode="auto">
          <a:xfrm>
            <a:off x="8523288" y="4695825"/>
            <a:ext cx="5476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algn="r" eaLnBrk="1" hangingPunct="1">
              <a:buClr>
                <a:srgbClr val="000000"/>
              </a:buClr>
              <a:buSzPct val="100000"/>
              <a:buFont typeface="Times New Roman" panose="02020603050405020304" pitchFamily="18" charset="0"/>
              <a:buNone/>
            </a:pPr>
            <a:fld id="{4FE8058D-81A5-4419-8ED1-1B6887B02B55}" type="slidenum">
              <a:rPr lang="en-IN" altLang="en-US">
                <a:solidFill>
                  <a:srgbClr val="000000"/>
                </a:solidFill>
                <a:latin typeface="Calibri" panose="020F0502020204030204" pitchFamily="34" charset="0"/>
                <a:cs typeface="Lucida Sans Unicode" panose="020B0602030504020204" pitchFamily="34" charset="0"/>
              </a:rPr>
              <a:pPr algn="r" eaLnBrk="1" hangingPunct="1">
                <a:buClr>
                  <a:srgbClr val="000000"/>
                </a:buClr>
                <a:buSzPct val="100000"/>
                <a:buFont typeface="Times New Roman" panose="02020603050405020304" pitchFamily="18" charset="0"/>
                <a:buNone/>
              </a:pPr>
              <a:t>3</a:t>
            </a:fld>
            <a:endParaRPr lang="en-IN" altLang="en-US">
              <a:solidFill>
                <a:srgbClr val="000000"/>
              </a:solidFill>
              <a:latin typeface="Calibri" panose="020F0502020204030204" pitchFamily="34" charset="0"/>
              <a:cs typeface="Lucida Sans Unicode" panose="020B0602030504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a:extLst>
              <a:ext uri="{FF2B5EF4-FFF2-40B4-BE49-F238E27FC236}">
                <a16:creationId xmlns:a16="http://schemas.microsoft.com/office/drawing/2014/main" id="{091B4D80-96ED-D3A3-0E00-D14BFE409EAD}"/>
              </a:ext>
            </a:extLst>
          </p:cNvPr>
          <p:cNvSpPr txBox="1">
            <a:spLocks noChangeArrowheads="1"/>
          </p:cNvSpPr>
          <p:nvPr/>
        </p:nvSpPr>
        <p:spPr bwMode="auto">
          <a:xfrm>
            <a:off x="477838" y="844550"/>
            <a:ext cx="8528050" cy="392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1313">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Introduction</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Problem Statement </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Objectives</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Literature Survey</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Project Design</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System Requirements Specification</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Gantt Chart</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Conclusion</a:t>
            </a:r>
          </a:p>
          <a:p>
            <a:pPr eaLnBrk="1" hangingPunct="1">
              <a:lnSpc>
                <a:spcPct val="100000"/>
              </a:lnSpc>
              <a:spcBef>
                <a:spcPts val="600"/>
              </a:spcBef>
              <a:spcAft>
                <a:spcPts val="600"/>
              </a:spcAft>
              <a:buSzPct val="45000"/>
              <a:buFont typeface="Arial" panose="020B0604020202020204" pitchFamily="34" charset="0"/>
              <a:buChar char="•"/>
            </a:pPr>
            <a:r>
              <a:rPr lang="en-IN" altLang="en-US" sz="1200">
                <a:latin typeface="Times New Roman" panose="02020603050405020304" pitchFamily="18" charset="0"/>
              </a:rPr>
              <a:t>References</a:t>
            </a:r>
          </a:p>
          <a:p>
            <a:pPr eaLnBrk="1" hangingPunct="1">
              <a:lnSpc>
                <a:spcPct val="100000"/>
              </a:lnSpc>
              <a:spcBef>
                <a:spcPts val="638"/>
              </a:spcBef>
              <a:buClrTx/>
              <a:buSzTx/>
              <a:buFontTx/>
              <a:buNone/>
            </a:pPr>
            <a:endParaRPr lang="en-IN" altLang="en-US" sz="2000">
              <a:latin typeface="Times New Roman" panose="02020603050405020304" pitchFamily="18" charset="0"/>
            </a:endParaRPr>
          </a:p>
        </p:txBody>
      </p:sp>
      <p:sp>
        <p:nvSpPr>
          <p:cNvPr id="11267" name="Text Box 2">
            <a:extLst>
              <a:ext uri="{FF2B5EF4-FFF2-40B4-BE49-F238E27FC236}">
                <a16:creationId xmlns:a16="http://schemas.microsoft.com/office/drawing/2014/main" id="{3B750639-DCC4-91C5-6331-609C2988172F}"/>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58E062D3-25C5-42C6-8BAF-84F3C18E2B59}" type="slidenum">
              <a:rPr lang="en-IN" altLang="en-US" sz="1800">
                <a:latin typeface="Times New Roman" panose="02020603050405020304" pitchFamily="18" charset="0"/>
                <a:cs typeface="Lucida Sans Unicode" panose="020B0602030504020204" pitchFamily="34" charset="0"/>
              </a:rPr>
              <a:pPr algn="r" eaLnBrk="1" hangingPunct="1">
                <a:lnSpc>
                  <a:spcPct val="100000"/>
                </a:lnSpc>
                <a:spcAft>
                  <a:spcPct val="0"/>
                </a:spcAft>
              </a:pPr>
              <a:t>4</a:t>
            </a:fld>
            <a:endParaRPr lang="en-IN" altLang="en-US" sz="1800">
              <a:latin typeface="Times New Roman" panose="02020603050405020304" pitchFamily="18" charset="0"/>
              <a:cs typeface="Lucida Sans Unicode" panose="020B0602030504020204" pitchFamily="34" charset="0"/>
            </a:endParaRPr>
          </a:p>
        </p:txBody>
      </p:sp>
      <p:sp>
        <p:nvSpPr>
          <p:cNvPr id="11268" name="Rectangle 3">
            <a:extLst>
              <a:ext uri="{FF2B5EF4-FFF2-40B4-BE49-F238E27FC236}">
                <a16:creationId xmlns:a16="http://schemas.microsoft.com/office/drawing/2014/main" id="{DBD4D8FE-A642-C456-624C-24FDBBE3F0B2}"/>
              </a:ext>
            </a:extLst>
          </p:cNvPr>
          <p:cNvSpPr>
            <a:spLocks noChangeArrowheads="1"/>
          </p:cNvSpPr>
          <p:nvPr/>
        </p:nvSpPr>
        <p:spPr bwMode="auto">
          <a:xfrm>
            <a:off x="163513" y="320675"/>
            <a:ext cx="88169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2800" b="1">
                <a:latin typeface="Times New Roman" panose="02020603050405020304" pitchFamily="18" charset="0"/>
              </a:rPr>
              <a:t>Contents</a:t>
            </a:r>
          </a:p>
        </p:txBody>
      </p:sp>
      <p:sp>
        <p:nvSpPr>
          <p:cNvPr id="11269" name="Text Box 4">
            <a:extLst>
              <a:ext uri="{FF2B5EF4-FFF2-40B4-BE49-F238E27FC236}">
                <a16:creationId xmlns:a16="http://schemas.microsoft.com/office/drawing/2014/main" id="{C363C720-9875-2B95-2526-0B807EE70AA8}"/>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latin typeface="Times New Roman" panose="02020603050405020304" pitchFamily="18" charset="0"/>
                <a:cs typeface="Lucida Sans Unicode" panose="020B0602030504020204" pitchFamily="34" charset="0"/>
              </a:rPr>
              <a:t>Department of CSE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a:extLst>
              <a:ext uri="{FF2B5EF4-FFF2-40B4-BE49-F238E27FC236}">
                <a16:creationId xmlns:a16="http://schemas.microsoft.com/office/drawing/2014/main" id="{E44D6D65-451C-E41E-58FB-E46BD4A344D7}"/>
              </a:ext>
            </a:extLst>
          </p:cNvPr>
          <p:cNvSpPr txBox="1">
            <a:spLocks noChangeArrowheads="1"/>
          </p:cNvSpPr>
          <p:nvPr/>
        </p:nvSpPr>
        <p:spPr bwMode="auto">
          <a:xfrm>
            <a:off x="287338" y="720725"/>
            <a:ext cx="7869237" cy="331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1313">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9pPr>
          </a:lstStyle>
          <a:p>
            <a:pPr algn="just" eaLnBrk="1" hangingPunct="1">
              <a:lnSpc>
                <a:spcPct val="110000"/>
              </a:lnSpc>
              <a:spcBef>
                <a:spcPts val="300"/>
              </a:spcBef>
              <a:spcAft>
                <a:spcPts val="300"/>
              </a:spcAft>
              <a:buSzPct val="45000"/>
              <a:buFont typeface="Arial" panose="020B0604020202020204" pitchFamily="34" charset="0"/>
              <a:buNone/>
            </a:pPr>
            <a:endParaRPr lang="en-IN" altLang="en-US" sz="1300">
              <a:latin typeface="Times New Roman" panose="02020603050405020304" pitchFamily="18" charset="0"/>
              <a:cs typeface="Calibri" panose="020F0502020204030204" pitchFamily="34" charset="0"/>
            </a:endParaRPr>
          </a:p>
          <a:p>
            <a:pPr eaLnBrk="1" hangingPunct="1">
              <a:lnSpc>
                <a:spcPct val="120000"/>
              </a:lnSpc>
              <a:spcBef>
                <a:spcPts val="300"/>
              </a:spcBef>
              <a:spcAft>
                <a:spcPts val="300"/>
              </a:spcAft>
              <a:buClrTx/>
              <a:buSzTx/>
              <a:buFontTx/>
              <a:buNone/>
            </a:pPr>
            <a:br>
              <a:rPr lang="en-IN" altLang="en-US" sz="1200">
                <a:latin typeface="Times New Roman" panose="02020603050405020304" pitchFamily="18" charset="0"/>
                <a:cs typeface="Calibri" panose="020F0502020204030204" pitchFamily="34" charset="0"/>
              </a:rPr>
            </a:br>
            <a:endParaRPr lang="en-IN" altLang="en-US" sz="1200">
              <a:latin typeface="Times New Roman" panose="02020603050405020304" pitchFamily="18" charset="0"/>
              <a:cs typeface="Calibri" panose="020F0502020204030204" pitchFamily="34" charset="0"/>
            </a:endParaRPr>
          </a:p>
        </p:txBody>
      </p:sp>
      <p:sp>
        <p:nvSpPr>
          <p:cNvPr id="13315" name="Text Box 2">
            <a:extLst>
              <a:ext uri="{FF2B5EF4-FFF2-40B4-BE49-F238E27FC236}">
                <a16:creationId xmlns:a16="http://schemas.microsoft.com/office/drawing/2014/main" id="{D3A8B7A4-7401-0FDB-6963-8E127DA3D9AD}"/>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6B576B4C-5422-41A2-B87B-107721629B08}" type="slidenum">
              <a:rPr lang="en-IN" altLang="en-US" sz="1800">
                <a:latin typeface="Times New Roman" panose="02020603050405020304" pitchFamily="18" charset="0"/>
                <a:cs typeface="Lucida Sans Unicode" panose="020B0602030504020204" pitchFamily="34" charset="0"/>
              </a:rPr>
              <a:pPr algn="r" eaLnBrk="1" hangingPunct="1">
                <a:lnSpc>
                  <a:spcPct val="100000"/>
                </a:lnSpc>
                <a:spcAft>
                  <a:spcPct val="0"/>
                </a:spcAft>
              </a:pPr>
              <a:t>5</a:t>
            </a:fld>
            <a:endParaRPr lang="en-IN" altLang="en-US" sz="1800">
              <a:latin typeface="Times New Roman" panose="02020603050405020304" pitchFamily="18" charset="0"/>
              <a:cs typeface="Lucida Sans Unicode" panose="020B0602030504020204" pitchFamily="34" charset="0"/>
            </a:endParaRPr>
          </a:p>
        </p:txBody>
      </p:sp>
      <p:sp>
        <p:nvSpPr>
          <p:cNvPr id="13316" name="Rectangle 3">
            <a:extLst>
              <a:ext uri="{FF2B5EF4-FFF2-40B4-BE49-F238E27FC236}">
                <a16:creationId xmlns:a16="http://schemas.microsoft.com/office/drawing/2014/main" id="{5C176A31-6215-452C-5E5C-7736B49046F9}"/>
              </a:ext>
            </a:extLst>
          </p:cNvPr>
          <p:cNvSpPr>
            <a:spLocks noChangeArrowheads="1"/>
          </p:cNvSpPr>
          <p:nvPr/>
        </p:nvSpPr>
        <p:spPr bwMode="auto">
          <a:xfrm>
            <a:off x="144463" y="360363"/>
            <a:ext cx="88169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2800" b="1">
                <a:latin typeface="Times New Roman" panose="02020603050405020304" pitchFamily="18" charset="0"/>
              </a:rPr>
              <a:t>Introduction</a:t>
            </a:r>
          </a:p>
        </p:txBody>
      </p:sp>
      <p:sp>
        <p:nvSpPr>
          <p:cNvPr id="13317" name="Text Box 4">
            <a:extLst>
              <a:ext uri="{FF2B5EF4-FFF2-40B4-BE49-F238E27FC236}">
                <a16:creationId xmlns:a16="http://schemas.microsoft.com/office/drawing/2014/main" id="{48989D68-EDC7-5A78-6556-1A6942DD82A0}"/>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latin typeface="Times New Roman" panose="02020603050405020304" pitchFamily="18" charset="0"/>
                <a:cs typeface="Lucida Sans Unicode" panose="020B0602030504020204" pitchFamily="34" charset="0"/>
              </a:rPr>
              <a:t>Department of CSE  </a:t>
            </a:r>
          </a:p>
        </p:txBody>
      </p:sp>
      <p:sp>
        <p:nvSpPr>
          <p:cNvPr id="13318" name="Text Box 5">
            <a:extLst>
              <a:ext uri="{FF2B5EF4-FFF2-40B4-BE49-F238E27FC236}">
                <a16:creationId xmlns:a16="http://schemas.microsoft.com/office/drawing/2014/main" id="{D0C98E29-721A-79C1-9B54-B9B820C560B7}"/>
              </a:ext>
            </a:extLst>
          </p:cNvPr>
          <p:cNvSpPr txBox="1">
            <a:spLocks noChangeArrowheads="1"/>
          </p:cNvSpPr>
          <p:nvPr/>
        </p:nvSpPr>
        <p:spPr bwMode="auto">
          <a:xfrm>
            <a:off x="622300" y="1352550"/>
            <a:ext cx="8064500" cy="2436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5382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9pPr>
          </a:lstStyle>
          <a:p>
            <a:pPr algn="just" eaLnBrk="1">
              <a:lnSpc>
                <a:spcPct val="100000"/>
              </a:lnSpc>
              <a:spcBef>
                <a:spcPts val="600"/>
              </a:spcBef>
              <a:spcAft>
                <a:spcPts val="600"/>
              </a:spcAft>
              <a:buSzPct val="45000"/>
            </a:pPr>
            <a:r>
              <a:rPr lang="en-US" altLang="en-US" sz="1400"/>
              <a:t>Many people in rural regions face challenges in accessing online banking due to language barriers and low digital literacy. Most banking systems operate in English, creating difficulties for native Kannada speakers. This project introduces a voice-based banking solution that allows users to fill forms using spoken Kannada.The system combines several Azure services — Speech Service, Translator, Speech Studio AI Avatar, and Azure Functions — to create a smart, automated workflow. The user speaks in Kannada, the speech is transcribed and translated into English, and the information is directly inserted into a bank PDF form.By providing an easy, accurate, and accessible method to complete banking forms, this project demonstrates how AI and cloud computing can make financial services more inclusive and efficient.</a:t>
            </a:r>
            <a:endParaRPr lang="en-IN" altLang="en-US" sz="1400">
              <a:latin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
            <a:extLst>
              <a:ext uri="{FF2B5EF4-FFF2-40B4-BE49-F238E27FC236}">
                <a16:creationId xmlns:a16="http://schemas.microsoft.com/office/drawing/2014/main" id="{7F651EFA-64B4-C544-FF9E-8A7F0961EB53}"/>
              </a:ext>
            </a:extLst>
          </p:cNvPr>
          <p:cNvSpPr txBox="1">
            <a:spLocks noChangeArrowheads="1"/>
          </p:cNvSpPr>
          <p:nvPr/>
        </p:nvSpPr>
        <p:spPr bwMode="auto">
          <a:xfrm>
            <a:off x="792163" y="1511300"/>
            <a:ext cx="7650162" cy="170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9pPr>
          </a:lstStyle>
          <a:p>
            <a:pPr algn="just" eaLnBrk="1" hangingPunct="1">
              <a:lnSpc>
                <a:spcPct val="100000"/>
              </a:lnSpc>
              <a:spcBef>
                <a:spcPts val="600"/>
              </a:spcBef>
              <a:spcAft>
                <a:spcPts val="600"/>
              </a:spcAft>
            </a:pPr>
            <a:r>
              <a:rPr lang="en-IN" altLang="en-US" sz="1400">
                <a:latin typeface="Times New Roman" panose="02020603050405020304" pitchFamily="18" charset="0"/>
              </a:rPr>
              <a:t>Many people from rural area faces difficulties in filling the form while creating a new bank account and filling the loan application form due to language barriers, low digital literacy, and unfamiliarity with formal financial systems. Existing banking platforms often rely on English and text-based interfaces, which are not user-friendly for rural populations. There is a need for an accessible solution that allows users to interact with banking services in their native language using simple, voice-based communication.</a:t>
            </a:r>
          </a:p>
          <a:p>
            <a:pPr algn="just" eaLnBrk="1" hangingPunct="1">
              <a:lnSpc>
                <a:spcPct val="120000"/>
              </a:lnSpc>
              <a:spcBef>
                <a:spcPts val="638"/>
              </a:spcBef>
            </a:pPr>
            <a:endParaRPr lang="en-IN" altLang="en-US" sz="2800">
              <a:latin typeface="Times New Roman" panose="02020603050405020304" pitchFamily="18" charset="0"/>
            </a:endParaRPr>
          </a:p>
        </p:txBody>
      </p:sp>
      <p:sp>
        <p:nvSpPr>
          <p:cNvPr id="15363" name="Text Box 2">
            <a:extLst>
              <a:ext uri="{FF2B5EF4-FFF2-40B4-BE49-F238E27FC236}">
                <a16:creationId xmlns:a16="http://schemas.microsoft.com/office/drawing/2014/main" id="{B1FE0547-5324-5516-A790-3EA69EC217F0}"/>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620B3843-E0BF-47D4-BAA4-5DFAAF57ED1D}" type="slidenum">
              <a:rPr lang="en-IN" altLang="en-US" sz="1800">
                <a:latin typeface="Times New Roman" panose="02020603050405020304" pitchFamily="18" charset="0"/>
                <a:cs typeface="Lucida Sans Unicode" panose="020B0602030504020204" pitchFamily="34" charset="0"/>
              </a:rPr>
              <a:pPr algn="r" eaLnBrk="1" hangingPunct="1">
                <a:lnSpc>
                  <a:spcPct val="100000"/>
                </a:lnSpc>
                <a:spcAft>
                  <a:spcPct val="0"/>
                </a:spcAft>
              </a:pPr>
              <a:t>6</a:t>
            </a:fld>
            <a:endParaRPr lang="en-IN" altLang="en-US" sz="1800">
              <a:latin typeface="Times New Roman" panose="02020603050405020304" pitchFamily="18" charset="0"/>
              <a:cs typeface="Lucida Sans Unicode" panose="020B0602030504020204" pitchFamily="34" charset="0"/>
            </a:endParaRPr>
          </a:p>
        </p:txBody>
      </p:sp>
      <p:sp>
        <p:nvSpPr>
          <p:cNvPr id="15364" name="Rectangle 3">
            <a:extLst>
              <a:ext uri="{FF2B5EF4-FFF2-40B4-BE49-F238E27FC236}">
                <a16:creationId xmlns:a16="http://schemas.microsoft.com/office/drawing/2014/main" id="{876F6562-9631-C7F5-0DC0-205444970D21}"/>
              </a:ext>
            </a:extLst>
          </p:cNvPr>
          <p:cNvSpPr>
            <a:spLocks noChangeArrowheads="1"/>
          </p:cNvSpPr>
          <p:nvPr/>
        </p:nvSpPr>
        <p:spPr bwMode="auto">
          <a:xfrm>
            <a:off x="163513" y="493713"/>
            <a:ext cx="88169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2800" b="1">
                <a:latin typeface="Times New Roman" panose="02020603050405020304" pitchFamily="18" charset="0"/>
              </a:rPr>
              <a:t>Problem Statement</a:t>
            </a:r>
          </a:p>
        </p:txBody>
      </p:sp>
      <p:sp>
        <p:nvSpPr>
          <p:cNvPr id="15365" name="Text Box 4">
            <a:extLst>
              <a:ext uri="{FF2B5EF4-FFF2-40B4-BE49-F238E27FC236}">
                <a16:creationId xmlns:a16="http://schemas.microsoft.com/office/drawing/2014/main" id="{4E368E1B-3E3D-928E-13C7-D905F4BF00DD}"/>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latin typeface="Times New Roman" panose="02020603050405020304" pitchFamily="18" charset="0"/>
                <a:cs typeface="Lucida Sans Unicode" panose="020B0602030504020204" pitchFamily="34" charset="0"/>
              </a:rPr>
              <a:t>Department of CSE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
            <a:extLst>
              <a:ext uri="{FF2B5EF4-FFF2-40B4-BE49-F238E27FC236}">
                <a16:creationId xmlns:a16="http://schemas.microsoft.com/office/drawing/2014/main" id="{0A055139-0723-B547-0634-92A1D114AA94}"/>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4E965F6F-A0BB-482B-963F-AF1EFF666C25}" type="slidenum">
              <a:rPr lang="en-IN" altLang="en-US" sz="1800">
                <a:latin typeface="Times New Roman" panose="02020603050405020304" pitchFamily="18" charset="0"/>
                <a:cs typeface="Lucida Sans Unicode" panose="020B0602030504020204" pitchFamily="34" charset="0"/>
              </a:rPr>
              <a:pPr algn="r" eaLnBrk="1" hangingPunct="1">
                <a:lnSpc>
                  <a:spcPct val="100000"/>
                </a:lnSpc>
                <a:spcAft>
                  <a:spcPct val="0"/>
                </a:spcAft>
              </a:pPr>
              <a:t>7</a:t>
            </a:fld>
            <a:endParaRPr lang="en-IN" altLang="en-US" sz="1800">
              <a:latin typeface="Times New Roman" panose="02020603050405020304" pitchFamily="18" charset="0"/>
              <a:cs typeface="Lucida Sans Unicode" panose="020B0602030504020204" pitchFamily="34" charset="0"/>
            </a:endParaRPr>
          </a:p>
        </p:txBody>
      </p:sp>
      <p:sp>
        <p:nvSpPr>
          <p:cNvPr id="17411" name="Text Box 2">
            <a:extLst>
              <a:ext uri="{FF2B5EF4-FFF2-40B4-BE49-F238E27FC236}">
                <a16:creationId xmlns:a16="http://schemas.microsoft.com/office/drawing/2014/main" id="{AAE4F5C1-E109-0536-181D-91E967737D1A}"/>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latin typeface="Times New Roman" panose="02020603050405020304" pitchFamily="18" charset="0"/>
                <a:cs typeface="Lucida Sans Unicode" panose="020B0602030504020204" pitchFamily="34" charset="0"/>
              </a:rPr>
              <a:t>Department of CSE  </a:t>
            </a:r>
          </a:p>
        </p:txBody>
      </p:sp>
      <p:sp>
        <p:nvSpPr>
          <p:cNvPr id="17412" name="Text Box 3">
            <a:extLst>
              <a:ext uri="{FF2B5EF4-FFF2-40B4-BE49-F238E27FC236}">
                <a16:creationId xmlns:a16="http://schemas.microsoft.com/office/drawing/2014/main" id="{A7EDF003-409B-1152-398F-20A798840019}"/>
              </a:ext>
            </a:extLst>
          </p:cNvPr>
          <p:cNvSpPr txBox="1">
            <a:spLocks noChangeArrowheads="1"/>
          </p:cNvSpPr>
          <p:nvPr/>
        </p:nvSpPr>
        <p:spPr bwMode="auto">
          <a:xfrm>
            <a:off x="539750" y="1593850"/>
            <a:ext cx="7878763" cy="195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431800" indent="-323850">
              <a:lnSpc>
                <a:spcPct val="102000"/>
              </a:lnSpc>
              <a:spcAft>
                <a:spcPts val="1425"/>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677988"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9pPr>
          </a:lstStyle>
          <a:p>
            <a:pPr algn="just" eaLnBrk="1" hangingPunct="1">
              <a:lnSpc>
                <a:spcPct val="100000"/>
              </a:lnSpc>
              <a:spcBef>
                <a:spcPts val="600"/>
              </a:spcBef>
              <a:spcAft>
                <a:spcPts val="600"/>
              </a:spcAft>
              <a:buSzPct val="45000"/>
              <a:buFont typeface="Wingdings" panose="05000000000000000000" pitchFamily="2" charset="2"/>
              <a:buChar char=""/>
            </a:pPr>
            <a:r>
              <a:rPr lang="en-US" altLang="en-US" sz="1600" dirty="0">
                <a:latin typeface="Times New Roman" panose="02020603050405020304" pitchFamily="18" charset="0"/>
              </a:rPr>
              <a:t>To develop a real-time interactive Microsoft azure avatar agent that enables rural users to interact with banking services using Kannada speech.</a:t>
            </a:r>
          </a:p>
          <a:p>
            <a:pPr algn="just" eaLnBrk="1" hangingPunct="1">
              <a:lnSpc>
                <a:spcPct val="100000"/>
              </a:lnSpc>
              <a:spcBef>
                <a:spcPts val="600"/>
              </a:spcBef>
              <a:spcAft>
                <a:spcPts val="600"/>
              </a:spcAft>
              <a:buSzPct val="45000"/>
              <a:buFont typeface="Wingdings" panose="05000000000000000000" pitchFamily="2" charset="2"/>
              <a:buChar char=""/>
            </a:pPr>
            <a:r>
              <a:rPr lang="en-US" altLang="en-US" sz="1600" dirty="0">
                <a:latin typeface="Times New Roman" panose="02020603050405020304" pitchFamily="18" charset="0"/>
              </a:rPr>
              <a:t>To automate bank form filling and generation by integrating AI Avatar and Azure Functions, reducing manual effort.</a:t>
            </a:r>
          </a:p>
          <a:p>
            <a:pPr algn="just" eaLnBrk="1" hangingPunct="1">
              <a:lnSpc>
                <a:spcPct val="100000"/>
              </a:lnSpc>
              <a:spcBef>
                <a:spcPts val="600"/>
              </a:spcBef>
              <a:spcAft>
                <a:spcPts val="600"/>
              </a:spcAft>
              <a:buSzPct val="45000"/>
              <a:buFont typeface="Wingdings" panose="05000000000000000000" pitchFamily="2" charset="2"/>
              <a:buChar char=""/>
            </a:pPr>
            <a:r>
              <a:rPr lang="en-US" altLang="en-US" sz="1600" dirty="0">
                <a:latin typeface="Times New Roman" panose="02020603050405020304" pitchFamily="18" charset="0"/>
              </a:rPr>
              <a:t>To enhance financial inclusion by providing a user-friendly, language-accessible interface for digitally and financially backward populations.</a:t>
            </a:r>
            <a:endParaRPr lang="en-IN" altLang="en-US" sz="1600" dirty="0">
              <a:latin typeface="Times New Roman" panose="02020603050405020304" pitchFamily="18" charset="0"/>
            </a:endParaRPr>
          </a:p>
        </p:txBody>
      </p:sp>
      <p:sp>
        <p:nvSpPr>
          <p:cNvPr id="17413" name="Rectangle 4">
            <a:extLst>
              <a:ext uri="{FF2B5EF4-FFF2-40B4-BE49-F238E27FC236}">
                <a16:creationId xmlns:a16="http://schemas.microsoft.com/office/drawing/2014/main" id="{4385A126-5369-9281-6926-000FC5A292F9}"/>
              </a:ext>
            </a:extLst>
          </p:cNvPr>
          <p:cNvSpPr>
            <a:spLocks noChangeArrowheads="1"/>
          </p:cNvSpPr>
          <p:nvPr/>
        </p:nvSpPr>
        <p:spPr bwMode="auto">
          <a:xfrm>
            <a:off x="3638550" y="484188"/>
            <a:ext cx="1865313"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2800" b="1">
                <a:latin typeface="Times New Roman" panose="02020603050405020304" pitchFamily="18" charset="0"/>
              </a:rPr>
              <a:t>Objectives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a:extLst>
              <a:ext uri="{FF2B5EF4-FFF2-40B4-BE49-F238E27FC236}">
                <a16:creationId xmlns:a16="http://schemas.microsoft.com/office/drawing/2014/main" id="{E2F1A43C-1B79-4F7A-3AFE-557A95A8D04B}"/>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cs typeface="Lucida Sans Unicode" panose="020B0602030504020204" pitchFamily="34" charset="0"/>
              </a:rPr>
              <a:t>Department of CSE  </a:t>
            </a:r>
          </a:p>
        </p:txBody>
      </p:sp>
      <p:sp>
        <p:nvSpPr>
          <p:cNvPr id="19459" name="Text Box 2">
            <a:extLst>
              <a:ext uri="{FF2B5EF4-FFF2-40B4-BE49-F238E27FC236}">
                <a16:creationId xmlns:a16="http://schemas.microsoft.com/office/drawing/2014/main" id="{49A0196A-DC82-18C6-9C87-87C082505092}"/>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F96BD38F-71EB-46DB-BB8A-AB1801F2D61F}" type="slidenum">
              <a:rPr lang="en-IN" altLang="en-US" sz="1800">
                <a:cs typeface="Lucida Sans Unicode" panose="020B0602030504020204" pitchFamily="34" charset="0"/>
              </a:rPr>
              <a:pPr algn="r" eaLnBrk="1" hangingPunct="1">
                <a:lnSpc>
                  <a:spcPct val="100000"/>
                </a:lnSpc>
                <a:spcAft>
                  <a:spcPct val="0"/>
                </a:spcAft>
              </a:pPr>
              <a:t>8</a:t>
            </a:fld>
            <a:endParaRPr lang="en-IN" altLang="en-US" sz="1800">
              <a:cs typeface="Lucida Sans Unicode" panose="020B0602030504020204" pitchFamily="34" charset="0"/>
            </a:endParaRPr>
          </a:p>
        </p:txBody>
      </p:sp>
      <p:sp>
        <p:nvSpPr>
          <p:cNvPr id="19460" name="Rectangle 3">
            <a:extLst>
              <a:ext uri="{FF2B5EF4-FFF2-40B4-BE49-F238E27FC236}">
                <a16:creationId xmlns:a16="http://schemas.microsoft.com/office/drawing/2014/main" id="{4E27738F-EEBB-C79F-50AC-687724CA0261}"/>
              </a:ext>
            </a:extLst>
          </p:cNvPr>
          <p:cNvSpPr>
            <a:spLocks noChangeArrowheads="1"/>
          </p:cNvSpPr>
          <p:nvPr/>
        </p:nvSpPr>
        <p:spPr bwMode="auto">
          <a:xfrm>
            <a:off x="144463" y="-287338"/>
            <a:ext cx="6294437" cy="1219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nSpc>
                <a:spcPct val="102000"/>
              </a:lnSpc>
              <a:spcAft>
                <a:spcPts val="1425"/>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Lst>
              <a:defRPr sz="2000">
                <a:solidFill>
                  <a:srgbClr val="000000"/>
                </a:solidFill>
                <a:latin typeface="Calibri" panose="020F0502020204030204" pitchFamily="34" charset="0"/>
                <a:cs typeface="Arial" panose="020B0604020202020204" pitchFamily="34" charset="0"/>
              </a:defRPr>
            </a:lvl9pPr>
          </a:lstStyle>
          <a:p>
            <a:pPr eaLnBrk="1">
              <a:lnSpc>
                <a:spcPct val="100000"/>
              </a:lnSpc>
              <a:spcAft>
                <a:spcPct val="0"/>
              </a:spcAft>
            </a:pPr>
            <a:r>
              <a:rPr lang="en-IN" altLang="en-US" sz="1400" b="1">
                <a:latin typeface="Times New Roman" panose="02020603050405020304" pitchFamily="18" charset="0"/>
                <a:cs typeface="Calibri" panose="020F0502020204030204" pitchFamily="34" charset="0"/>
              </a:rPr>
              <a:t>                                                                          </a:t>
            </a:r>
          </a:p>
          <a:p>
            <a:pPr eaLnBrk="1">
              <a:lnSpc>
                <a:spcPct val="100000"/>
              </a:lnSpc>
              <a:spcAft>
                <a:spcPct val="0"/>
              </a:spcAft>
            </a:pPr>
            <a:r>
              <a:rPr lang="en-IN" altLang="en-US" sz="1800" b="1">
                <a:latin typeface="Times New Roman" panose="02020603050405020304" pitchFamily="18" charset="0"/>
                <a:cs typeface="Calibri" panose="020F0502020204030204" pitchFamily="34" charset="0"/>
              </a:rPr>
              <a:t>                                                                          </a:t>
            </a:r>
          </a:p>
          <a:p>
            <a:pPr eaLnBrk="1">
              <a:lnSpc>
                <a:spcPct val="100000"/>
              </a:lnSpc>
              <a:spcAft>
                <a:spcPct val="0"/>
              </a:spcAft>
            </a:pPr>
            <a:r>
              <a:rPr lang="en-IN" altLang="en-US" sz="2400" b="1">
                <a:latin typeface="Times New Roman" panose="02020603050405020304" pitchFamily="18" charset="0"/>
                <a:cs typeface="Calibri" panose="020F0502020204030204" pitchFamily="34" charset="0"/>
              </a:rPr>
              <a:t>                                    LITERATURE SURVEY </a:t>
            </a:r>
          </a:p>
          <a:p>
            <a:pPr eaLnBrk="1">
              <a:lnSpc>
                <a:spcPct val="100000"/>
              </a:lnSpc>
              <a:spcAft>
                <a:spcPct val="0"/>
              </a:spcAft>
            </a:pPr>
            <a:endParaRPr lang="en-IN" altLang="en-US" sz="1800">
              <a:latin typeface="Arial" panose="020B060402020202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5941F167-59B7-DD6A-3895-CCC04B2571F2}"/>
              </a:ext>
            </a:extLst>
          </p:cNvPr>
          <p:cNvGraphicFramePr>
            <a:graphicFrameLocks noGrp="1"/>
          </p:cNvGraphicFramePr>
          <p:nvPr/>
        </p:nvGraphicFramePr>
        <p:xfrm>
          <a:off x="395288" y="842963"/>
          <a:ext cx="8208962" cy="3625850"/>
        </p:xfrm>
        <a:graphic>
          <a:graphicData uri="http://schemas.openxmlformats.org/drawingml/2006/table">
            <a:tbl>
              <a:tblPr/>
              <a:tblGrid>
                <a:gridCol w="473064">
                  <a:extLst>
                    <a:ext uri="{9D8B030D-6E8A-4147-A177-3AD203B41FA5}">
                      <a16:colId xmlns:a16="http://schemas.microsoft.com/office/drawing/2014/main" val="20000"/>
                    </a:ext>
                  </a:extLst>
                </a:gridCol>
                <a:gridCol w="1117573">
                  <a:extLst>
                    <a:ext uri="{9D8B030D-6E8A-4147-A177-3AD203B41FA5}">
                      <a16:colId xmlns:a16="http://schemas.microsoft.com/office/drawing/2014/main" val="20001"/>
                    </a:ext>
                  </a:extLst>
                </a:gridCol>
                <a:gridCol w="1306481">
                  <a:extLst>
                    <a:ext uri="{9D8B030D-6E8A-4147-A177-3AD203B41FA5}">
                      <a16:colId xmlns:a16="http://schemas.microsoft.com/office/drawing/2014/main" val="20002"/>
                    </a:ext>
                  </a:extLst>
                </a:gridCol>
                <a:gridCol w="1883672">
                  <a:extLst>
                    <a:ext uri="{9D8B030D-6E8A-4147-A177-3AD203B41FA5}">
                      <a16:colId xmlns:a16="http://schemas.microsoft.com/office/drawing/2014/main" val="20003"/>
                    </a:ext>
                  </a:extLst>
                </a:gridCol>
                <a:gridCol w="3428172">
                  <a:extLst>
                    <a:ext uri="{9D8B030D-6E8A-4147-A177-3AD203B41FA5}">
                      <a16:colId xmlns:a16="http://schemas.microsoft.com/office/drawing/2014/main" val="20004"/>
                    </a:ext>
                  </a:extLst>
                </a:gridCol>
              </a:tblGrid>
              <a:tr h="528808">
                <a:tc>
                  <a:txBody>
                    <a:bodyPr/>
                    <a:lstStyle>
                      <a:lvl1pPr>
                        <a:lnSpc>
                          <a:spcPct val="102000"/>
                        </a:lnSpc>
                        <a:spcAft>
                          <a:spcPts val="1425"/>
                        </a:spcAft>
                        <a:tabLst>
                          <a:tab pos="1065213" algn="l"/>
                          <a:tab pos="1447800" algn="l"/>
                          <a:tab pos="2171700" algn="l"/>
                          <a:tab pos="2895600" algn="l"/>
                          <a:tab pos="3619500" algn="l"/>
                          <a:tab pos="4343400" algn="l"/>
                          <a:tab pos="5067300" algn="l"/>
                          <a:tab pos="5791200" algn="l"/>
                          <a:tab pos="6515100" algn="l"/>
                          <a:tab pos="7239000" algn="l"/>
                          <a:tab pos="7962900" algn="l"/>
                        </a:tabLst>
                        <a:defRPr sz="2800">
                          <a:solidFill>
                            <a:srgbClr val="000000"/>
                          </a:solidFill>
                          <a:latin typeface="Calibri" panose="020F0502020204030204" pitchFamily="34" charset="0"/>
                          <a:cs typeface="Arial" panose="020B0604020202020204" pitchFamily="34" charset="0"/>
                        </a:defRPr>
                      </a:lvl1pPr>
                      <a:lvl2pPr>
                        <a:lnSpc>
                          <a:spcPct val="102000"/>
                        </a:lnSpc>
                        <a:spcAft>
                          <a:spcPts val="1138"/>
                        </a:spcAft>
                        <a:tabLst>
                          <a:tab pos="10652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2pPr>
                      <a:lvl3pPr>
                        <a:lnSpc>
                          <a:spcPct val="102000"/>
                        </a:lnSpc>
                        <a:spcAft>
                          <a:spcPts val="850"/>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3pPr>
                      <a:lvl4pPr>
                        <a:lnSpc>
                          <a:spcPct val="102000"/>
                        </a:lnSpc>
                        <a:spcAft>
                          <a:spcPts val="575"/>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4pPr>
                      <a:lvl5pPr>
                        <a:lnSpc>
                          <a:spcPct val="102000"/>
                        </a:lnSpc>
                        <a:spcAft>
                          <a:spcPts val="288"/>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9pPr>
                    </a:lstStyle>
                    <a:p>
                      <a:pPr marL="0" marR="0" lvl="0" indent="0" algn="ctr" defTabSz="449263" rtl="0" eaLnBrk="1" fontAlgn="base" latinLnBrk="0" hangingPunct="1">
                        <a:lnSpc>
                          <a:spcPct val="95000"/>
                        </a:lnSpc>
                        <a:spcBef>
                          <a:spcPct val="0"/>
                        </a:spcBef>
                        <a:spcAft>
                          <a:spcPct val="0"/>
                        </a:spcAft>
                        <a:buClr>
                          <a:srgbClr val="000000"/>
                        </a:buClr>
                        <a:buSzPct val="100000"/>
                        <a:buFont typeface="Times New Roman" panose="02020603050405020304" pitchFamily="18" charset="0"/>
                        <a:buNone/>
                        <a:tabLst>
                          <a:tab pos="1065213" algn="l"/>
                          <a:tab pos="1447800" algn="l"/>
                          <a:tab pos="2171700" algn="l"/>
                          <a:tab pos="2895600" algn="l"/>
                          <a:tab pos="3619500" algn="l"/>
                          <a:tab pos="4343400" algn="l"/>
                          <a:tab pos="5067300" algn="l"/>
                          <a:tab pos="5791200" algn="l"/>
                          <a:tab pos="6515100" algn="l"/>
                          <a:tab pos="7239000" algn="l"/>
                          <a:tab pos="7962900" algn="l"/>
                        </a:tabLst>
                      </a:pPr>
                      <a:r>
                        <a:rPr kumimoji="0" lang="en-IN" altLang="en-US" sz="1200" b="0" i="0" u="none" strike="noStrike" cap="none" normalizeH="0" baseline="0" dirty="0">
                          <a:ln>
                            <a:noFill/>
                          </a:ln>
                          <a:solidFill>
                            <a:srgbClr val="000000"/>
                          </a:solidFill>
                          <a:effectLst/>
                          <a:latin typeface="Times New Roman" panose="02020603050405020304" pitchFamily="18" charset="0"/>
                          <a:ea typeface="Microsoft YaHei" panose="020B0503020204020204" pitchFamily="34" charset="-122"/>
                        </a:rPr>
                        <a:t>Sl. No.</a:t>
                      </a:r>
                    </a:p>
                  </a:txBody>
                  <a:tcPr marL="57959" marR="57959" marT="7559" marB="0" horzOverflow="overflow">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lvl1pPr>
                        <a:lnSpc>
                          <a:spcPct val="102000"/>
                        </a:lnSpc>
                        <a:spcAft>
                          <a:spcPts val="1425"/>
                        </a:spcAft>
                        <a:tabLst>
                          <a:tab pos="1065213" algn="l"/>
                          <a:tab pos="1447800" algn="l"/>
                          <a:tab pos="2171700" algn="l"/>
                          <a:tab pos="2895600" algn="l"/>
                          <a:tab pos="3619500" algn="l"/>
                          <a:tab pos="4343400" algn="l"/>
                          <a:tab pos="5067300" algn="l"/>
                          <a:tab pos="5791200" algn="l"/>
                          <a:tab pos="6515100" algn="l"/>
                          <a:tab pos="7239000" algn="l"/>
                          <a:tab pos="7962900" algn="l"/>
                        </a:tabLst>
                        <a:defRPr sz="2800">
                          <a:solidFill>
                            <a:srgbClr val="000000"/>
                          </a:solidFill>
                          <a:latin typeface="Calibri" panose="020F0502020204030204" pitchFamily="34" charset="0"/>
                          <a:cs typeface="Arial" panose="020B0604020202020204" pitchFamily="34" charset="0"/>
                        </a:defRPr>
                      </a:lvl1pPr>
                      <a:lvl2pPr>
                        <a:lnSpc>
                          <a:spcPct val="102000"/>
                        </a:lnSpc>
                        <a:spcAft>
                          <a:spcPts val="1138"/>
                        </a:spcAft>
                        <a:tabLst>
                          <a:tab pos="10652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2pPr>
                      <a:lvl3pPr>
                        <a:lnSpc>
                          <a:spcPct val="102000"/>
                        </a:lnSpc>
                        <a:spcAft>
                          <a:spcPts val="850"/>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3pPr>
                      <a:lvl4pPr>
                        <a:lnSpc>
                          <a:spcPct val="102000"/>
                        </a:lnSpc>
                        <a:spcAft>
                          <a:spcPts val="575"/>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4pPr>
                      <a:lvl5pPr>
                        <a:lnSpc>
                          <a:spcPct val="102000"/>
                        </a:lnSpc>
                        <a:spcAft>
                          <a:spcPts val="288"/>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9pPr>
                    </a:lstStyle>
                    <a:p>
                      <a:pPr marL="0" marR="0" lvl="0" indent="0" algn="ctr" defTabSz="449263" rtl="0" eaLnBrk="1" fontAlgn="base" latinLnBrk="0" hangingPunct="1">
                        <a:lnSpc>
                          <a:spcPct val="95000"/>
                        </a:lnSpc>
                        <a:spcBef>
                          <a:spcPct val="0"/>
                        </a:spcBef>
                        <a:spcAft>
                          <a:spcPct val="0"/>
                        </a:spcAft>
                        <a:buClr>
                          <a:srgbClr val="000000"/>
                        </a:buClr>
                        <a:buSzPct val="100000"/>
                        <a:buFont typeface="Times New Roman" panose="02020603050405020304" pitchFamily="18" charset="0"/>
                        <a:buNone/>
                        <a:tabLst>
                          <a:tab pos="1065213" algn="l"/>
                          <a:tab pos="1447800" algn="l"/>
                          <a:tab pos="2171700" algn="l"/>
                          <a:tab pos="2895600" algn="l"/>
                          <a:tab pos="3619500" algn="l"/>
                          <a:tab pos="4343400" algn="l"/>
                          <a:tab pos="5067300" algn="l"/>
                          <a:tab pos="5791200" algn="l"/>
                          <a:tab pos="6515100" algn="l"/>
                          <a:tab pos="7239000" algn="l"/>
                          <a:tab pos="7962900" algn="l"/>
                        </a:tabLst>
                      </a:pPr>
                      <a:r>
                        <a:rPr kumimoji="0" lang="en-IN" altLang="en-US" sz="1200" b="0" i="0" u="none" strike="noStrike" cap="none" normalizeH="0" baseline="0" dirty="0">
                          <a:ln>
                            <a:noFill/>
                          </a:ln>
                          <a:solidFill>
                            <a:srgbClr val="000000"/>
                          </a:solidFill>
                          <a:effectLst/>
                          <a:latin typeface="Times New Roman" panose="02020603050405020304" pitchFamily="18" charset="0"/>
                          <a:ea typeface="Microsoft YaHei" panose="020B0503020204020204" pitchFamily="34" charset="-122"/>
                        </a:rPr>
                        <a:t>Paper Title &amp; Year of Publication</a:t>
                      </a:r>
                    </a:p>
                  </a:txBody>
                  <a:tcPr marL="57959" marR="57959" marT="7559" marB="0" horzOverflow="overflow">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lvl1pPr>
                        <a:lnSpc>
                          <a:spcPct val="102000"/>
                        </a:lnSpc>
                        <a:spcAft>
                          <a:spcPts val="1425"/>
                        </a:spcAft>
                        <a:tabLst>
                          <a:tab pos="1065213" algn="l"/>
                          <a:tab pos="1447800" algn="l"/>
                          <a:tab pos="2171700" algn="l"/>
                          <a:tab pos="2895600" algn="l"/>
                          <a:tab pos="3619500" algn="l"/>
                          <a:tab pos="4343400" algn="l"/>
                          <a:tab pos="5067300" algn="l"/>
                          <a:tab pos="5791200" algn="l"/>
                          <a:tab pos="6515100" algn="l"/>
                          <a:tab pos="7239000" algn="l"/>
                          <a:tab pos="7962900" algn="l"/>
                        </a:tabLst>
                        <a:defRPr sz="2800">
                          <a:solidFill>
                            <a:srgbClr val="000000"/>
                          </a:solidFill>
                          <a:latin typeface="Calibri" panose="020F0502020204030204" pitchFamily="34" charset="0"/>
                          <a:cs typeface="Arial" panose="020B0604020202020204" pitchFamily="34" charset="0"/>
                        </a:defRPr>
                      </a:lvl1pPr>
                      <a:lvl2pPr>
                        <a:lnSpc>
                          <a:spcPct val="102000"/>
                        </a:lnSpc>
                        <a:spcAft>
                          <a:spcPts val="1138"/>
                        </a:spcAft>
                        <a:tabLst>
                          <a:tab pos="10652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2pPr>
                      <a:lvl3pPr>
                        <a:lnSpc>
                          <a:spcPct val="102000"/>
                        </a:lnSpc>
                        <a:spcAft>
                          <a:spcPts val="850"/>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3pPr>
                      <a:lvl4pPr>
                        <a:lnSpc>
                          <a:spcPct val="102000"/>
                        </a:lnSpc>
                        <a:spcAft>
                          <a:spcPts val="575"/>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4pPr>
                      <a:lvl5pPr>
                        <a:lnSpc>
                          <a:spcPct val="102000"/>
                        </a:lnSpc>
                        <a:spcAft>
                          <a:spcPts val="288"/>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9pPr>
                    </a:lstStyle>
                    <a:p>
                      <a:pPr marL="0" marR="0" lvl="0" indent="0" algn="ctr" defTabSz="449263" rtl="0" eaLnBrk="1" fontAlgn="base" latinLnBrk="0" hangingPunct="1">
                        <a:lnSpc>
                          <a:spcPct val="95000"/>
                        </a:lnSpc>
                        <a:spcBef>
                          <a:spcPct val="0"/>
                        </a:spcBef>
                        <a:spcAft>
                          <a:spcPct val="0"/>
                        </a:spcAft>
                        <a:buClr>
                          <a:srgbClr val="000000"/>
                        </a:buClr>
                        <a:buSzPct val="100000"/>
                        <a:buFont typeface="Times New Roman" panose="02020603050405020304" pitchFamily="18" charset="0"/>
                        <a:buNone/>
                        <a:tabLst>
                          <a:tab pos="1065213" algn="l"/>
                          <a:tab pos="1447800" algn="l"/>
                          <a:tab pos="2171700" algn="l"/>
                          <a:tab pos="2895600" algn="l"/>
                          <a:tab pos="3619500" algn="l"/>
                          <a:tab pos="4343400" algn="l"/>
                          <a:tab pos="5067300" algn="l"/>
                          <a:tab pos="5791200" algn="l"/>
                          <a:tab pos="6515100" algn="l"/>
                          <a:tab pos="7239000" algn="l"/>
                          <a:tab pos="7962900" algn="l"/>
                        </a:tabLst>
                      </a:pPr>
                      <a:r>
                        <a:rPr kumimoji="0" lang="en-IN" altLang="en-US" sz="1200" b="0" i="0" u="none" strike="noStrike" cap="none" normalizeH="0" baseline="0">
                          <a:ln>
                            <a:noFill/>
                          </a:ln>
                          <a:solidFill>
                            <a:srgbClr val="000000"/>
                          </a:solidFill>
                          <a:effectLst/>
                          <a:latin typeface="Times New Roman" panose="02020603050405020304" pitchFamily="18" charset="0"/>
                          <a:ea typeface="Microsoft YaHei" panose="020B0503020204020204" pitchFamily="34" charset="-122"/>
                        </a:rPr>
                        <a:t>Author/s</a:t>
                      </a:r>
                    </a:p>
                  </a:txBody>
                  <a:tcPr marL="57959" marR="57959" marT="7559" marB="0" horzOverflow="overflow">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lvl1pPr>
                        <a:lnSpc>
                          <a:spcPct val="102000"/>
                        </a:lnSpc>
                        <a:spcAft>
                          <a:spcPts val="1425"/>
                        </a:spcAft>
                        <a:tabLst>
                          <a:tab pos="1065213" algn="l"/>
                          <a:tab pos="1447800" algn="l"/>
                          <a:tab pos="2171700" algn="l"/>
                          <a:tab pos="2895600" algn="l"/>
                          <a:tab pos="3619500" algn="l"/>
                          <a:tab pos="4343400" algn="l"/>
                          <a:tab pos="5067300" algn="l"/>
                          <a:tab pos="5791200" algn="l"/>
                          <a:tab pos="6515100" algn="l"/>
                          <a:tab pos="7239000" algn="l"/>
                          <a:tab pos="7962900" algn="l"/>
                        </a:tabLst>
                        <a:defRPr sz="2800">
                          <a:solidFill>
                            <a:srgbClr val="000000"/>
                          </a:solidFill>
                          <a:latin typeface="Calibri" panose="020F0502020204030204" pitchFamily="34" charset="0"/>
                          <a:cs typeface="Arial" panose="020B0604020202020204" pitchFamily="34" charset="0"/>
                        </a:defRPr>
                      </a:lvl1pPr>
                      <a:lvl2pPr>
                        <a:lnSpc>
                          <a:spcPct val="102000"/>
                        </a:lnSpc>
                        <a:spcAft>
                          <a:spcPts val="1138"/>
                        </a:spcAft>
                        <a:tabLst>
                          <a:tab pos="10652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2pPr>
                      <a:lvl3pPr>
                        <a:lnSpc>
                          <a:spcPct val="102000"/>
                        </a:lnSpc>
                        <a:spcAft>
                          <a:spcPts val="850"/>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3pPr>
                      <a:lvl4pPr>
                        <a:lnSpc>
                          <a:spcPct val="102000"/>
                        </a:lnSpc>
                        <a:spcAft>
                          <a:spcPts val="575"/>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4pPr>
                      <a:lvl5pPr>
                        <a:lnSpc>
                          <a:spcPct val="102000"/>
                        </a:lnSpc>
                        <a:spcAft>
                          <a:spcPts val="288"/>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9pPr>
                    </a:lstStyle>
                    <a:p>
                      <a:pPr marL="0" marR="0" lvl="0" indent="0" algn="ctr" defTabSz="449263" rtl="0" eaLnBrk="1" fontAlgn="base" latinLnBrk="0" hangingPunct="1">
                        <a:lnSpc>
                          <a:spcPct val="95000"/>
                        </a:lnSpc>
                        <a:spcBef>
                          <a:spcPct val="0"/>
                        </a:spcBef>
                        <a:spcAft>
                          <a:spcPct val="0"/>
                        </a:spcAft>
                        <a:buClr>
                          <a:srgbClr val="000000"/>
                        </a:buClr>
                        <a:buSzPct val="100000"/>
                        <a:buFont typeface="Times New Roman" panose="02020603050405020304" pitchFamily="18" charset="0"/>
                        <a:buNone/>
                        <a:tabLst>
                          <a:tab pos="1065213" algn="l"/>
                          <a:tab pos="1447800" algn="l"/>
                          <a:tab pos="2171700" algn="l"/>
                          <a:tab pos="2895600" algn="l"/>
                          <a:tab pos="3619500" algn="l"/>
                          <a:tab pos="4343400" algn="l"/>
                          <a:tab pos="5067300" algn="l"/>
                          <a:tab pos="5791200" algn="l"/>
                          <a:tab pos="6515100" algn="l"/>
                          <a:tab pos="7239000" algn="l"/>
                          <a:tab pos="7962900" algn="l"/>
                        </a:tabLst>
                      </a:pPr>
                      <a:r>
                        <a:rPr kumimoji="0" lang="en-IN" altLang="en-US" sz="1200" b="0" i="0" u="none" strike="noStrike" cap="none" normalizeH="0" baseline="0">
                          <a:ln>
                            <a:noFill/>
                          </a:ln>
                          <a:solidFill>
                            <a:srgbClr val="000000"/>
                          </a:solidFill>
                          <a:effectLst/>
                          <a:latin typeface="Times New Roman" panose="02020603050405020304" pitchFamily="18" charset="0"/>
                          <a:ea typeface="Microsoft YaHei" panose="020B0503020204020204" pitchFamily="34" charset="-122"/>
                        </a:rPr>
                        <a:t>Key Findings</a:t>
                      </a:r>
                    </a:p>
                  </a:txBody>
                  <a:tcPr marL="57959" marR="57959" marT="7559" marB="0" horzOverflow="overflow">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lvl1pPr>
                        <a:lnSpc>
                          <a:spcPct val="102000"/>
                        </a:lnSpc>
                        <a:spcAft>
                          <a:spcPts val="1425"/>
                        </a:spcAft>
                        <a:tabLst>
                          <a:tab pos="1065213" algn="l"/>
                          <a:tab pos="1447800" algn="l"/>
                          <a:tab pos="2171700" algn="l"/>
                          <a:tab pos="2895600" algn="l"/>
                          <a:tab pos="3619500" algn="l"/>
                          <a:tab pos="4343400" algn="l"/>
                          <a:tab pos="5067300" algn="l"/>
                          <a:tab pos="5791200" algn="l"/>
                          <a:tab pos="6515100" algn="l"/>
                          <a:tab pos="7239000" algn="l"/>
                          <a:tab pos="7962900" algn="l"/>
                        </a:tabLst>
                        <a:defRPr sz="2800">
                          <a:solidFill>
                            <a:srgbClr val="000000"/>
                          </a:solidFill>
                          <a:latin typeface="Calibri" panose="020F0502020204030204" pitchFamily="34" charset="0"/>
                          <a:cs typeface="Arial" panose="020B0604020202020204" pitchFamily="34" charset="0"/>
                        </a:defRPr>
                      </a:lvl1pPr>
                      <a:lvl2pPr>
                        <a:lnSpc>
                          <a:spcPct val="102000"/>
                        </a:lnSpc>
                        <a:spcAft>
                          <a:spcPts val="1138"/>
                        </a:spcAft>
                        <a:tabLst>
                          <a:tab pos="10652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2pPr>
                      <a:lvl3pPr>
                        <a:lnSpc>
                          <a:spcPct val="102000"/>
                        </a:lnSpc>
                        <a:spcAft>
                          <a:spcPts val="850"/>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3pPr>
                      <a:lvl4pPr>
                        <a:lnSpc>
                          <a:spcPct val="102000"/>
                        </a:lnSpc>
                        <a:spcAft>
                          <a:spcPts val="575"/>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4pPr>
                      <a:lvl5pPr>
                        <a:lnSpc>
                          <a:spcPct val="102000"/>
                        </a:lnSpc>
                        <a:spcAft>
                          <a:spcPts val="288"/>
                        </a:spcAft>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lnSpc>
                          <a:spcPct val="102000"/>
                        </a:lnSpc>
                        <a:spcBef>
                          <a:spcPct val="0"/>
                        </a:spcBef>
                        <a:spcAft>
                          <a:spcPts val="288"/>
                        </a:spcAft>
                        <a:buClr>
                          <a:srgbClr val="000000"/>
                        </a:buClr>
                        <a:buSzPct val="100000"/>
                        <a:buFont typeface="Times New Roman" panose="02020603050405020304" pitchFamily="18" charset="0"/>
                        <a:tabLst>
                          <a:tab pos="1065213"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Calibri" panose="020F0502020204030204" pitchFamily="34" charset="0"/>
                          <a:cs typeface="Arial" panose="020B0604020202020204" pitchFamily="34" charset="0"/>
                        </a:defRPr>
                      </a:lvl9pPr>
                    </a:lstStyle>
                    <a:p>
                      <a:pPr marL="0" marR="0" lvl="0" indent="0" algn="ctr" defTabSz="449263" rtl="0" eaLnBrk="1" fontAlgn="base" latinLnBrk="0" hangingPunct="1">
                        <a:lnSpc>
                          <a:spcPct val="95000"/>
                        </a:lnSpc>
                        <a:spcBef>
                          <a:spcPct val="0"/>
                        </a:spcBef>
                        <a:spcAft>
                          <a:spcPct val="0"/>
                        </a:spcAft>
                        <a:buClr>
                          <a:srgbClr val="000000"/>
                        </a:buClr>
                        <a:buSzPct val="100000"/>
                        <a:buFont typeface="Times New Roman" panose="02020603050405020304" pitchFamily="18" charset="0"/>
                        <a:buNone/>
                        <a:tabLst>
                          <a:tab pos="1065213" algn="l"/>
                          <a:tab pos="1447800" algn="l"/>
                          <a:tab pos="2171700" algn="l"/>
                          <a:tab pos="2895600" algn="l"/>
                          <a:tab pos="3619500" algn="l"/>
                          <a:tab pos="4343400" algn="l"/>
                          <a:tab pos="5067300" algn="l"/>
                          <a:tab pos="5791200" algn="l"/>
                          <a:tab pos="6515100" algn="l"/>
                          <a:tab pos="7239000" algn="l"/>
                          <a:tab pos="7962900" algn="l"/>
                        </a:tabLst>
                      </a:pPr>
                      <a:r>
                        <a:rPr kumimoji="0" lang="en-IN" altLang="en-US" sz="1200" b="0" i="0" u="none" strike="noStrike" cap="none" normalizeH="0" baseline="0">
                          <a:ln>
                            <a:noFill/>
                          </a:ln>
                          <a:solidFill>
                            <a:srgbClr val="000000"/>
                          </a:solidFill>
                          <a:effectLst/>
                          <a:latin typeface="Times New Roman" panose="02020603050405020304" pitchFamily="18" charset="0"/>
                          <a:ea typeface="Microsoft YaHei" panose="020B0503020204020204" pitchFamily="34" charset="-122"/>
                        </a:rPr>
                        <a:t>Methodologies used</a:t>
                      </a:r>
                    </a:p>
                  </a:txBody>
                  <a:tcPr marL="57959" marR="57959" marT="7559" marB="0" horzOverflow="overflow">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0"/>
                  </a:ext>
                </a:extLst>
              </a:tr>
              <a:tr h="1548521">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1</a:t>
                      </a:r>
                    </a:p>
                  </a:txBody>
                  <a:tcPr marL="91438"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Improving language understanding by generative pre-training, 2018</a:t>
                      </a:r>
                    </a:p>
                  </a:txBody>
                  <a:tcPr marL="121917"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A. Radford et al. [7]</a:t>
                      </a:r>
                    </a:p>
                  </a:txBody>
                  <a:tcPr marL="121917"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Generative Pre-training (GPT) demonstrates that task-agnostic pre-training on diverse text leads to strong task performance.</a:t>
                      </a:r>
                    </a:p>
                  </a:txBody>
                  <a:tcPr marL="121917"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Transformer-based language model pre-training followed by supervised fine-tuning on specific tasks.</a:t>
                      </a:r>
                    </a:p>
                  </a:txBody>
                  <a:tcPr marL="121917" marR="91438"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1"/>
                  </a:ext>
                </a:extLst>
              </a:tr>
              <a:tr h="1548521">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2</a:t>
                      </a:r>
                    </a:p>
                  </a:txBody>
                  <a:tcPr marL="91438"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Language models are few-shot learners, 2020</a:t>
                      </a:r>
                    </a:p>
                  </a:txBody>
                  <a:tcPr marL="121917"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da-DK" sz="1200" b="0" dirty="0">
                          <a:effectLst/>
                          <a:latin typeface="Times New Roman" panose="02020603050405020304" pitchFamily="18" charset="0"/>
                          <a:cs typeface="Times New Roman" panose="02020603050405020304" pitchFamily="18" charset="0"/>
                        </a:rPr>
                        <a:t>T. Brown et al. [8]</a:t>
                      </a:r>
                    </a:p>
                  </a:txBody>
                  <a:tcPr marL="121917"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GPT-3 shows that scaling up language models enables few-shot learning, performing tasks without explicit fine-tuning.</a:t>
                      </a:r>
                    </a:p>
                  </a:txBody>
                  <a:tcPr marL="121917" marR="121917"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Training a 175-billion parameter autoregressive language model and evaluating its in-context learning abilities.</a:t>
                      </a:r>
                    </a:p>
                  </a:txBody>
                  <a:tcPr marL="121917" marR="91438" marT="76190" marB="76190"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2"/>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id="{65CF6C4B-05DD-788D-99E9-8BE60AFA8A5A}"/>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cs typeface="Lucida Sans Unicode" panose="020B0602030504020204" pitchFamily="34" charset="0"/>
              </a:rPr>
              <a:t>Department of CSE  </a:t>
            </a:r>
          </a:p>
        </p:txBody>
      </p:sp>
      <p:sp>
        <p:nvSpPr>
          <p:cNvPr id="21507" name="Text Box 2">
            <a:extLst>
              <a:ext uri="{FF2B5EF4-FFF2-40B4-BE49-F238E27FC236}">
                <a16:creationId xmlns:a16="http://schemas.microsoft.com/office/drawing/2014/main" id="{09478B5D-B92F-8D70-D1CF-82AC89029FA3}"/>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AFE88695-8281-4930-8863-5320C75F308B}" type="slidenum">
              <a:rPr lang="en-IN" altLang="en-US" sz="1800">
                <a:cs typeface="Lucida Sans Unicode" panose="020B0602030504020204" pitchFamily="34" charset="0"/>
              </a:rPr>
              <a:pPr algn="r" eaLnBrk="1" hangingPunct="1">
                <a:lnSpc>
                  <a:spcPct val="100000"/>
                </a:lnSpc>
                <a:spcAft>
                  <a:spcPct val="0"/>
                </a:spcAft>
              </a:pPr>
              <a:t>9</a:t>
            </a:fld>
            <a:endParaRPr lang="en-IN" altLang="en-US" sz="1800">
              <a:cs typeface="Lucida Sans Unicode" panose="020B0602030504020204" pitchFamily="34" charset="0"/>
            </a:endParaRPr>
          </a:p>
        </p:txBody>
      </p:sp>
      <p:graphicFrame>
        <p:nvGraphicFramePr>
          <p:cNvPr id="2" name="Table 1">
            <a:extLst>
              <a:ext uri="{FF2B5EF4-FFF2-40B4-BE49-F238E27FC236}">
                <a16:creationId xmlns:a16="http://schemas.microsoft.com/office/drawing/2014/main" id="{4922FFDC-C844-32F4-0F8A-D4A4263D76B2}"/>
              </a:ext>
            </a:extLst>
          </p:cNvPr>
          <p:cNvGraphicFramePr>
            <a:graphicFrameLocks noGrp="1"/>
          </p:cNvGraphicFramePr>
          <p:nvPr/>
        </p:nvGraphicFramePr>
        <p:xfrm>
          <a:off x="530225" y="268288"/>
          <a:ext cx="8074025" cy="4081462"/>
        </p:xfrm>
        <a:graphic>
          <a:graphicData uri="http://schemas.openxmlformats.org/drawingml/2006/table">
            <a:tbl>
              <a:tblPr/>
              <a:tblGrid>
                <a:gridCol w="448490">
                  <a:extLst>
                    <a:ext uri="{9D8B030D-6E8A-4147-A177-3AD203B41FA5}">
                      <a16:colId xmlns:a16="http://schemas.microsoft.com/office/drawing/2014/main" val="20000"/>
                    </a:ext>
                  </a:extLst>
                </a:gridCol>
                <a:gridCol w="1574674">
                  <a:extLst>
                    <a:ext uri="{9D8B030D-6E8A-4147-A177-3AD203B41FA5}">
                      <a16:colId xmlns:a16="http://schemas.microsoft.com/office/drawing/2014/main" val="20001"/>
                    </a:ext>
                  </a:extLst>
                </a:gridCol>
                <a:gridCol w="719231">
                  <a:extLst>
                    <a:ext uri="{9D8B030D-6E8A-4147-A177-3AD203B41FA5}">
                      <a16:colId xmlns:a16="http://schemas.microsoft.com/office/drawing/2014/main" val="20002"/>
                    </a:ext>
                  </a:extLst>
                </a:gridCol>
                <a:gridCol w="2445386">
                  <a:extLst>
                    <a:ext uri="{9D8B030D-6E8A-4147-A177-3AD203B41FA5}">
                      <a16:colId xmlns:a16="http://schemas.microsoft.com/office/drawing/2014/main" val="20003"/>
                    </a:ext>
                  </a:extLst>
                </a:gridCol>
                <a:gridCol w="2886243">
                  <a:extLst>
                    <a:ext uri="{9D8B030D-6E8A-4147-A177-3AD203B41FA5}">
                      <a16:colId xmlns:a16="http://schemas.microsoft.com/office/drawing/2014/main" val="20004"/>
                    </a:ext>
                  </a:extLst>
                </a:gridCol>
              </a:tblGrid>
              <a:tr h="1306788">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3</a:t>
                      </a:r>
                    </a:p>
                  </a:txBody>
                  <a:tcPr marL="91436" marR="121914" marT="76165" marB="7616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Measuring financial inclusion and the fintech revolution, 2023</a:t>
                      </a:r>
                    </a:p>
                  </a:txBody>
                  <a:tcPr marL="121914" marR="121914" marT="76165" marB="7616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nl-NL" sz="1200" b="0" dirty="0">
                          <a:effectLst/>
                          <a:latin typeface="Times New Roman" panose="02020603050405020304" pitchFamily="18" charset="0"/>
                          <a:cs typeface="Times New Roman" panose="02020603050405020304" pitchFamily="18" charset="0"/>
                        </a:rPr>
                        <a:t>A. Demirgüç-Kunt et al. [6]</a:t>
                      </a:r>
                    </a:p>
                  </a:txBody>
                  <a:tcPr marL="121914" marR="121914" marT="76165" marB="7616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Establishes a critical link between financial inclusion, economic development, and the role of technology in bridging the gap.</a:t>
                      </a:r>
                    </a:p>
                  </a:txBody>
                  <a:tcPr marL="121914" marR="121914" marT="76165" marB="7616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a:effectLst/>
                          <a:latin typeface="Times New Roman" panose="02020603050405020304" pitchFamily="18" charset="0"/>
                          <a:cs typeface="Times New Roman" panose="02020603050405020304" pitchFamily="18" charset="0"/>
                        </a:rPr>
                        <a:t>Analysis of global datasets (e.g., Global Findex) to measure financial access and the impact of fintech.</a:t>
                      </a:r>
                    </a:p>
                  </a:txBody>
                  <a:tcPr marL="121914" marR="91436" marT="76165" marB="7616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0"/>
                  </a:ext>
                </a:extLst>
              </a:tr>
              <a:tr h="1498065">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4</a:t>
                      </a:r>
                    </a:p>
                  </a:txBody>
                  <a:tcPr marL="91438"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Overcoming language barriers in FinTech for rural development: A case study of India, 2023</a:t>
                      </a:r>
                    </a:p>
                  </a:txBody>
                  <a:tcPr marL="121917"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P. Sharma and R. K. Gupta [9]</a:t>
                      </a:r>
                    </a:p>
                  </a:txBody>
                  <a:tcPr marL="121917"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Highlights the failure of mono-lingual FinTech and the necessity of multilingual digital services for rural development.</a:t>
                      </a:r>
                    </a:p>
                  </a:txBody>
                  <a:tcPr marL="121917"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Case study methodology analyzing FinTech implementations and their linguistic challenges in rural India.</a:t>
                      </a:r>
                    </a:p>
                  </a:txBody>
                  <a:tcPr marL="121917" marR="91438"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1"/>
                  </a:ext>
                </a:extLst>
              </a:tr>
              <a:tr h="1276609">
                <a:tc>
                  <a:txBody>
                    <a:bodyPr/>
                    <a:lstStyle/>
                    <a:p>
                      <a:pPr>
                        <a:lnSpc>
                          <a:spcPct val="107000"/>
                        </a:lnSpc>
                        <a:spcAft>
                          <a:spcPts val="800"/>
                        </a:spcAft>
                        <a:buNone/>
                      </a:pPr>
                      <a:r>
                        <a:rPr lang="en-IN"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1438"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Training language models to follow instructions with human feedback, 2022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1917"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da-DK"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 Ouyang et al. [2]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1917"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Demonstrates that Reinforcement Learning from Human Feedback (RLHF) aligns LLMs with human intent, making them more helpful and reliable assistants.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21917" marR="121917"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Supervised fine-tuning, reward model training, and reinforcement learning (PPO) optimization.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1917" marR="91438" marT="76181" marB="76181"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2"/>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
            <a:extLst>
              <a:ext uri="{FF2B5EF4-FFF2-40B4-BE49-F238E27FC236}">
                <a16:creationId xmlns:a16="http://schemas.microsoft.com/office/drawing/2014/main" id="{685C754D-3094-C43D-222F-157FA068CEF0}"/>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cs typeface="Lucida Sans Unicode" panose="020B0602030504020204" pitchFamily="34" charset="0"/>
              </a:rPr>
              <a:t>Department of CSE  </a:t>
            </a:r>
          </a:p>
        </p:txBody>
      </p:sp>
      <p:sp>
        <p:nvSpPr>
          <p:cNvPr id="23555" name="Text Box 2">
            <a:extLst>
              <a:ext uri="{FF2B5EF4-FFF2-40B4-BE49-F238E27FC236}">
                <a16:creationId xmlns:a16="http://schemas.microsoft.com/office/drawing/2014/main" id="{7F900CE7-379B-D4D4-0EA8-F1F15E0FAAFE}"/>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70A9689C-170A-4593-BD82-DF370F872E3C}" type="slidenum">
              <a:rPr lang="en-IN" altLang="en-US" sz="1800">
                <a:cs typeface="Lucida Sans Unicode" panose="020B0602030504020204" pitchFamily="34" charset="0"/>
              </a:rPr>
              <a:pPr algn="r" eaLnBrk="1" hangingPunct="1">
                <a:lnSpc>
                  <a:spcPct val="100000"/>
                </a:lnSpc>
                <a:spcAft>
                  <a:spcPct val="0"/>
                </a:spcAft>
              </a:pPr>
              <a:t>10</a:t>
            </a:fld>
            <a:endParaRPr lang="en-IN" altLang="en-US" sz="1800">
              <a:cs typeface="Lucida Sans Unicode" panose="020B0602030504020204" pitchFamily="34" charset="0"/>
            </a:endParaRPr>
          </a:p>
        </p:txBody>
      </p:sp>
      <p:graphicFrame>
        <p:nvGraphicFramePr>
          <p:cNvPr id="2" name="Table 1">
            <a:extLst>
              <a:ext uri="{FF2B5EF4-FFF2-40B4-BE49-F238E27FC236}">
                <a16:creationId xmlns:a16="http://schemas.microsoft.com/office/drawing/2014/main" id="{8FD1B6F9-3EDE-FA74-FAF6-5F7847E6706D}"/>
              </a:ext>
            </a:extLst>
          </p:cNvPr>
          <p:cNvGraphicFramePr>
            <a:graphicFrameLocks noGrp="1"/>
          </p:cNvGraphicFramePr>
          <p:nvPr/>
        </p:nvGraphicFramePr>
        <p:xfrm>
          <a:off x="684213" y="339725"/>
          <a:ext cx="8002587" cy="4297363"/>
        </p:xfrm>
        <a:graphic>
          <a:graphicData uri="http://schemas.openxmlformats.org/drawingml/2006/table">
            <a:tbl>
              <a:tblPr/>
              <a:tblGrid>
                <a:gridCol w="461870">
                  <a:extLst>
                    <a:ext uri="{9D8B030D-6E8A-4147-A177-3AD203B41FA5}">
                      <a16:colId xmlns:a16="http://schemas.microsoft.com/office/drawing/2014/main" val="20000"/>
                    </a:ext>
                  </a:extLst>
                </a:gridCol>
                <a:gridCol w="1307619">
                  <a:extLst>
                    <a:ext uri="{9D8B030D-6E8A-4147-A177-3AD203B41FA5}">
                      <a16:colId xmlns:a16="http://schemas.microsoft.com/office/drawing/2014/main" val="20001"/>
                    </a:ext>
                  </a:extLst>
                </a:gridCol>
                <a:gridCol w="1065223">
                  <a:extLst>
                    <a:ext uri="{9D8B030D-6E8A-4147-A177-3AD203B41FA5}">
                      <a16:colId xmlns:a16="http://schemas.microsoft.com/office/drawing/2014/main" val="20002"/>
                    </a:ext>
                  </a:extLst>
                </a:gridCol>
                <a:gridCol w="1857007">
                  <a:extLst>
                    <a:ext uri="{9D8B030D-6E8A-4147-A177-3AD203B41FA5}">
                      <a16:colId xmlns:a16="http://schemas.microsoft.com/office/drawing/2014/main" val="20003"/>
                    </a:ext>
                  </a:extLst>
                </a:gridCol>
                <a:gridCol w="3310869">
                  <a:extLst>
                    <a:ext uri="{9D8B030D-6E8A-4147-A177-3AD203B41FA5}">
                      <a16:colId xmlns:a16="http://schemas.microsoft.com/office/drawing/2014/main" val="20004"/>
                    </a:ext>
                  </a:extLst>
                </a:gridCol>
              </a:tblGrid>
              <a:tr h="1249579">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6</a:t>
                      </a:r>
                    </a:p>
                  </a:txBody>
                  <a:tcPr marL="91433"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a:effectLst/>
                          <a:latin typeface="Times New Roman" panose="02020603050405020304" pitchFamily="18" charset="0"/>
                          <a:cs typeface="Times New Roman" panose="02020603050405020304" pitchFamily="18" charset="0"/>
                        </a:rPr>
                        <a:t>Chain-of-thought prompting elicits reasoning in large language models, 2022</a:t>
                      </a:r>
                    </a:p>
                  </a:txBody>
                  <a:tcPr marL="121910"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IN" sz="1200" b="0">
                          <a:effectLst/>
                          <a:latin typeface="Times New Roman" panose="02020603050405020304" pitchFamily="18" charset="0"/>
                          <a:cs typeface="Times New Roman" panose="02020603050405020304" pitchFamily="18" charset="0"/>
                        </a:rPr>
                        <a:t>J. Wei et al. [5]</a:t>
                      </a:r>
                    </a:p>
                  </a:txBody>
                  <a:tcPr marL="121910"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Chain-of-thought (</a:t>
                      </a:r>
                      <a:r>
                        <a:rPr lang="en-US" sz="1200" b="0" dirty="0" err="1">
                          <a:effectLst/>
                          <a:latin typeface="Times New Roman" panose="02020603050405020304" pitchFamily="18" charset="0"/>
                          <a:cs typeface="Times New Roman" panose="02020603050405020304" pitchFamily="18" charset="0"/>
                        </a:rPr>
                        <a:t>CoT</a:t>
                      </a:r>
                      <a:r>
                        <a:rPr lang="en-US" sz="1200" b="0" dirty="0">
                          <a:effectLst/>
                          <a:latin typeface="Times New Roman" panose="02020603050405020304" pitchFamily="18" charset="0"/>
                          <a:cs typeface="Times New Roman" panose="02020603050405020304" pitchFamily="18" charset="0"/>
                        </a:rPr>
                        <a:t>) prompting enables complex reasoning in LLMs by breaking down problems into intermediate steps.</a:t>
                      </a:r>
                    </a:p>
                  </a:txBody>
                  <a:tcPr marL="121910"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Introduction and evaluation of </a:t>
                      </a:r>
                      <a:r>
                        <a:rPr lang="en-US" sz="1200" b="0" dirty="0" err="1">
                          <a:effectLst/>
                          <a:latin typeface="Times New Roman" panose="02020603050405020304" pitchFamily="18" charset="0"/>
                          <a:cs typeface="Times New Roman" panose="02020603050405020304" pitchFamily="18" charset="0"/>
                        </a:rPr>
                        <a:t>CoT</a:t>
                      </a:r>
                      <a:r>
                        <a:rPr lang="en-US" sz="1200" b="0" dirty="0">
                          <a:effectLst/>
                          <a:latin typeface="Times New Roman" panose="02020603050405020304" pitchFamily="18" charset="0"/>
                          <a:cs typeface="Times New Roman" panose="02020603050405020304" pitchFamily="18" charset="0"/>
                        </a:rPr>
                        <a:t> prompting on arithmetic, commonsense, and symbolic reasoning tasks.</a:t>
                      </a:r>
                    </a:p>
                  </a:txBody>
                  <a:tcPr marL="121910" marR="91433"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0"/>
                  </a:ext>
                </a:extLst>
              </a:tr>
              <a:tr h="1615315">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7</a:t>
                      </a:r>
                    </a:p>
                  </a:txBody>
                  <a:tcPr marL="91433"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The impact of digital financial services on financial inclusion in India: An empirical study, 2022</a:t>
                      </a:r>
                    </a:p>
                  </a:txBody>
                  <a:tcPr marL="121910"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S. C. Mathew [3]</a:t>
                      </a:r>
                    </a:p>
                  </a:txBody>
                  <a:tcPr marL="121910"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Digital financial services in India are hindered by linguistic barriers, creating a "digital language divide" that excludes rural populations.</a:t>
                      </a:r>
                    </a:p>
                  </a:txBody>
                  <a:tcPr marL="121910" marR="121910"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Empirical analysis using surveys and statistical data to assess the link between language and financial access.</a:t>
                      </a:r>
                    </a:p>
                  </a:txBody>
                  <a:tcPr marL="121910" marR="91433" marT="76184" marB="76184"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1"/>
                  </a:ext>
                </a:extLst>
              </a:tr>
              <a:tr h="1432469">
                <a:tc>
                  <a:txBody>
                    <a:bodyPr/>
                    <a:lstStyle/>
                    <a:p>
                      <a:pPr>
                        <a:lnSpc>
                          <a:spcPct val="100000"/>
                        </a:lnSpc>
                        <a:buNone/>
                      </a:pPr>
                      <a:r>
                        <a:rPr lang="en-IN" sz="1200" b="0" dirty="0">
                          <a:effectLst/>
                          <a:latin typeface="Times New Roman" panose="02020603050405020304" pitchFamily="18" charset="0"/>
                          <a:cs typeface="Times New Roman" panose="02020603050405020304" pitchFamily="18" charset="0"/>
                        </a:rPr>
                        <a:t>8</a:t>
                      </a:r>
                    </a:p>
                  </a:txBody>
                  <a:tcPr marR="121920" marT="76195" marB="7619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wav2vec 2.0: A framework for self-supervised learning of speech representations, 2020</a:t>
                      </a:r>
                    </a:p>
                  </a:txBody>
                  <a:tcPr marL="121920" marR="121920" marT="76195" marB="7619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da-DK" sz="1200" b="0" dirty="0">
                          <a:effectLst/>
                          <a:latin typeface="Times New Roman" panose="02020603050405020304" pitchFamily="18" charset="0"/>
                          <a:cs typeface="Times New Roman" panose="02020603050405020304" pitchFamily="18" charset="0"/>
                        </a:rPr>
                        <a:t>A. Baevski et al. [10]</a:t>
                      </a:r>
                    </a:p>
                  </a:txBody>
                  <a:tcPr marL="121920" marR="121920" marT="76195" marB="7619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A self-supervised framework that learns powerful speech representations from raw audio, reducing reliance on labeled data.</a:t>
                      </a:r>
                    </a:p>
                  </a:txBody>
                  <a:tcPr marL="121920" marR="121920" marT="76195" marB="7619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0000"/>
                        </a:lnSpc>
                        <a:buNone/>
                      </a:pPr>
                      <a:r>
                        <a:rPr lang="en-US" sz="1200" b="0" dirty="0">
                          <a:effectLst/>
                          <a:latin typeface="Times New Roman" panose="02020603050405020304" pitchFamily="18" charset="0"/>
                          <a:cs typeface="Times New Roman" panose="02020603050405020304" pitchFamily="18" charset="0"/>
                        </a:rPr>
                        <a:t>Contrastive learning with a context network over latent speech representations; fine-tuning with CTC loss.</a:t>
                      </a:r>
                    </a:p>
                  </a:txBody>
                  <a:tcPr marL="121920" marT="76195" marB="76195"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2"/>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
            <a:extLst>
              <a:ext uri="{FF2B5EF4-FFF2-40B4-BE49-F238E27FC236}">
                <a16:creationId xmlns:a16="http://schemas.microsoft.com/office/drawing/2014/main" id="{E061034C-7ED2-C27D-C22B-7DD99199D9E4}"/>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cs typeface="Lucida Sans Unicode" panose="020B0602030504020204" pitchFamily="34" charset="0"/>
              </a:rPr>
              <a:t>Department of CSE  </a:t>
            </a:r>
          </a:p>
        </p:txBody>
      </p:sp>
      <p:sp>
        <p:nvSpPr>
          <p:cNvPr id="25603" name="Text Box 2">
            <a:extLst>
              <a:ext uri="{FF2B5EF4-FFF2-40B4-BE49-F238E27FC236}">
                <a16:creationId xmlns:a16="http://schemas.microsoft.com/office/drawing/2014/main" id="{1F3BBB4F-C6A0-529C-D8F5-FE398B92C58C}"/>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B3E31CD4-170E-45DE-8D75-650FBC583B3A}" type="slidenum">
              <a:rPr lang="en-IN" altLang="en-US" sz="1800">
                <a:cs typeface="Lucida Sans Unicode" panose="020B0602030504020204" pitchFamily="34" charset="0"/>
              </a:rPr>
              <a:pPr algn="r" eaLnBrk="1" hangingPunct="1">
                <a:lnSpc>
                  <a:spcPct val="100000"/>
                </a:lnSpc>
                <a:spcAft>
                  <a:spcPct val="0"/>
                </a:spcAft>
              </a:pPr>
              <a:t>11</a:t>
            </a:fld>
            <a:endParaRPr lang="en-IN" altLang="en-US" sz="1800">
              <a:cs typeface="Lucida Sans Unicode" panose="020B0602030504020204" pitchFamily="34" charset="0"/>
            </a:endParaRPr>
          </a:p>
        </p:txBody>
      </p:sp>
      <p:graphicFrame>
        <p:nvGraphicFramePr>
          <p:cNvPr id="15363" name="Group 3">
            <a:extLst>
              <a:ext uri="{FF2B5EF4-FFF2-40B4-BE49-F238E27FC236}">
                <a16:creationId xmlns:a16="http://schemas.microsoft.com/office/drawing/2014/main" id="{48D258F7-2F08-37BB-B634-430B23961EE4}"/>
              </a:ext>
            </a:extLst>
          </p:cNvPr>
          <p:cNvGraphicFramePr>
            <a:graphicFrameLocks noGrp="1"/>
          </p:cNvGraphicFramePr>
          <p:nvPr/>
        </p:nvGraphicFramePr>
        <p:xfrm>
          <a:off x="547688" y="411163"/>
          <a:ext cx="8048625" cy="3954462"/>
        </p:xfrm>
        <a:graphic>
          <a:graphicData uri="http://schemas.openxmlformats.org/drawingml/2006/table">
            <a:tbl>
              <a:tblPr/>
              <a:tblGrid>
                <a:gridCol w="505069">
                  <a:extLst>
                    <a:ext uri="{9D8B030D-6E8A-4147-A177-3AD203B41FA5}">
                      <a16:colId xmlns:a16="http://schemas.microsoft.com/office/drawing/2014/main" val="20000"/>
                    </a:ext>
                  </a:extLst>
                </a:gridCol>
                <a:gridCol w="1563928">
                  <a:extLst>
                    <a:ext uri="{9D8B030D-6E8A-4147-A177-3AD203B41FA5}">
                      <a16:colId xmlns:a16="http://schemas.microsoft.com/office/drawing/2014/main" val="20001"/>
                    </a:ext>
                  </a:extLst>
                </a:gridCol>
                <a:gridCol w="1576919">
                  <a:extLst>
                    <a:ext uri="{9D8B030D-6E8A-4147-A177-3AD203B41FA5}">
                      <a16:colId xmlns:a16="http://schemas.microsoft.com/office/drawing/2014/main" val="20002"/>
                    </a:ext>
                  </a:extLst>
                </a:gridCol>
                <a:gridCol w="2390552">
                  <a:extLst>
                    <a:ext uri="{9D8B030D-6E8A-4147-A177-3AD203B41FA5}">
                      <a16:colId xmlns:a16="http://schemas.microsoft.com/office/drawing/2014/main" val="20003"/>
                    </a:ext>
                  </a:extLst>
                </a:gridCol>
                <a:gridCol w="2012157">
                  <a:extLst>
                    <a:ext uri="{9D8B030D-6E8A-4147-A177-3AD203B41FA5}">
                      <a16:colId xmlns:a16="http://schemas.microsoft.com/office/drawing/2014/main" val="20004"/>
                    </a:ext>
                  </a:extLst>
                </a:gridCol>
              </a:tblGrid>
              <a:tr h="1977231">
                <a:tc>
                  <a:txBody>
                    <a:bodyPr/>
                    <a:lstStyle/>
                    <a:p>
                      <a:pPr>
                        <a:lnSpc>
                          <a:spcPct val="107000"/>
                        </a:lnSpc>
                        <a:spcAft>
                          <a:spcPts val="800"/>
                        </a:spcAft>
                        <a:buNone/>
                      </a:pPr>
                      <a:r>
                        <a:rPr lang="en-IN"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BERT: Pre-training of deep bidirectional transformers for language understanding, 2019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21920"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fr-FR"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J. Devlin et al. [4]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21920"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BERT achieves deep bidirectional language understanding, significantly improving performance on a wide range of NLP tasks.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21920"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Pre-training using Masked Language Model (MLM) and Next Sentence Prediction (NSP) on large text corpora.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0"/>
                  </a:ext>
                </a:extLst>
              </a:tr>
              <a:tr h="1977231">
                <a:tc>
                  <a:txBody>
                    <a:bodyPr/>
                    <a:lstStyle/>
                    <a:p>
                      <a:pPr>
                        <a:lnSpc>
                          <a:spcPct val="107000"/>
                        </a:lnSpc>
                        <a:spcAft>
                          <a:spcPts val="800"/>
                        </a:spcAft>
                        <a:buNone/>
                      </a:pPr>
                      <a:r>
                        <a:rPr lang="en-IN"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Attention Is All You Need, 2017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21920"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IN"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Ashish Vaswani, Noam Shazeer, Niki Parmar, Jakob Uszkoreit, Llion Jones, Aidan N. Gomez, Lukasz Kaiser, Illia Polosukhin [1]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21920"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The Transformer achieves state-of-the-art sequence transduction with reduced training time and scales efficiently due to self-attention and parallelism.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21920" marR="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tc>
                  <a:txBody>
                    <a:bodyPr/>
                    <a:lstStyle/>
                    <a:p>
                      <a:pPr>
                        <a:lnSpc>
                          <a:spcPct val="107000"/>
                        </a:lnSpc>
                        <a:spcAft>
                          <a:spcPts val="800"/>
                        </a:spcAft>
                        <a:buNone/>
                      </a:pPr>
                      <a:r>
                        <a:rPr lang="en-US" sz="11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Proposed the Transformer architecture based solely on self-attention mechanisms, eliminating recurrence and convolutions.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1920" marT="76212" marB="76212" anchor="ctr">
                    <a:lnL w="8640" cap="flat" cmpd="sng" algn="ctr">
                      <a:solidFill>
                        <a:srgbClr val="9E9E9E"/>
                      </a:solidFill>
                      <a:prstDash val="solid"/>
                      <a:round/>
                      <a:headEnd type="none" w="med" len="med"/>
                      <a:tailEnd type="none" w="med" len="med"/>
                    </a:lnL>
                    <a:lnR w="8640" cap="flat" cmpd="sng" algn="ctr">
                      <a:solidFill>
                        <a:srgbClr val="9E9E9E"/>
                      </a:solidFill>
                      <a:prstDash val="solid"/>
                      <a:round/>
                      <a:headEnd type="none" w="med" len="med"/>
                      <a:tailEnd type="none" w="med" len="med"/>
                    </a:lnR>
                    <a:lnT w="8640" cap="flat" cmpd="sng" algn="ctr">
                      <a:solidFill>
                        <a:srgbClr val="9E9E9E"/>
                      </a:solidFill>
                      <a:prstDash val="solid"/>
                      <a:round/>
                      <a:headEnd type="none" w="med" len="med"/>
                      <a:tailEnd type="none" w="med" len="med"/>
                    </a:lnT>
                    <a:lnB w="8640" cap="flat" cmpd="sng" algn="ctr">
                      <a:solidFill>
                        <a:srgbClr val="9E9E9E"/>
                      </a:solidFill>
                      <a:prstDash val="solid"/>
                      <a:round/>
                      <a:headEnd type="none" w="med" len="med"/>
                      <a:tailEnd type="none" w="med" len="med"/>
                    </a:lnB>
                    <a:lnTlToBr>
                      <a:noFill/>
                    </a:lnTlToBr>
                    <a:lnBlToTr>
                      <a:noFill/>
                    </a:lnBlToTr>
                    <a:solidFill>
                      <a:srgbClr val="CFE7F5"/>
                    </a:solidFill>
                  </a:tcPr>
                </a:tc>
                <a:extLst>
                  <a:ext uri="{0D108BD9-81ED-4DB2-BD59-A6C34878D82A}">
                    <a16:rowId xmlns:a16="http://schemas.microsoft.com/office/drawing/2014/main" val="10001"/>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
            <a:extLst>
              <a:ext uri="{FF2B5EF4-FFF2-40B4-BE49-F238E27FC236}">
                <a16:creationId xmlns:a16="http://schemas.microsoft.com/office/drawing/2014/main" id="{6F89583E-97F3-0379-3AA0-25E4F8E7885C}"/>
              </a:ext>
            </a:extLst>
          </p:cNvPr>
          <p:cNvSpPr>
            <a:spLocks noChangeArrowheads="1"/>
          </p:cNvSpPr>
          <p:nvPr/>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7651" name="Rectangle 4">
            <a:extLst>
              <a:ext uri="{FF2B5EF4-FFF2-40B4-BE49-F238E27FC236}">
                <a16:creationId xmlns:a16="http://schemas.microsoft.com/office/drawing/2014/main" id="{1C5083CE-CCF1-C60F-0F39-F079AC60F5A5}"/>
              </a:ext>
            </a:extLst>
          </p:cNvPr>
          <p:cNvSpPr>
            <a:spLocks noGrp="1" noChangeArrowheads="1"/>
          </p:cNvSpPr>
          <p:nvPr>
            <p:ph type="title" idx="4294967295"/>
          </p:nvPr>
        </p:nvSpPr>
        <p:spPr>
          <a:xfrm>
            <a:off x="3348038" y="50800"/>
            <a:ext cx="2447925" cy="549275"/>
          </a:xfrm>
        </p:spPr>
        <p:txBody>
          <a:bodyPr lIns="91440" tIns="45720" rIns="91440" bIns="45720" anchor="b"/>
          <a:lstStyle/>
          <a:p>
            <a:pPr eaLnBrk="1" hangingPunct="1">
              <a:lnSpc>
                <a:spcPct val="90000"/>
              </a:lnSpc>
              <a:tabLst>
                <a:tab pos="723900" algn="l"/>
                <a:tab pos="1447800" algn="l"/>
                <a:tab pos="2171700" algn="l"/>
                <a:tab pos="2895600" algn="l"/>
              </a:tabLst>
            </a:pPr>
            <a:r>
              <a:rPr lang="en-IN" altLang="en-US" sz="2800" b="1">
                <a:latin typeface="Times New Roman" panose="02020603050405020304" pitchFamily="18" charset="0"/>
              </a:rPr>
              <a:t>Project Design</a:t>
            </a:r>
          </a:p>
        </p:txBody>
      </p:sp>
      <p:sp>
        <p:nvSpPr>
          <p:cNvPr id="27652" name="Rectangle 5">
            <a:extLst>
              <a:ext uri="{FF2B5EF4-FFF2-40B4-BE49-F238E27FC236}">
                <a16:creationId xmlns:a16="http://schemas.microsoft.com/office/drawing/2014/main" id="{BAA3F6E2-BED6-FC83-3E54-7ABF9E3F7DE0}"/>
              </a:ext>
            </a:extLst>
          </p:cNvPr>
          <p:cNvSpPr>
            <a:spLocks noChangeArrowheads="1"/>
          </p:cNvSpPr>
          <p:nvPr/>
        </p:nvSpPr>
        <p:spPr bwMode="auto">
          <a:xfrm>
            <a:off x="358775" y="3654425"/>
            <a:ext cx="29495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7653" name="Text Box 7">
            <a:extLst>
              <a:ext uri="{FF2B5EF4-FFF2-40B4-BE49-F238E27FC236}">
                <a16:creationId xmlns:a16="http://schemas.microsoft.com/office/drawing/2014/main" id="{84D79264-EE95-491D-028F-6D3F0889C9B2}"/>
              </a:ext>
            </a:extLst>
          </p:cNvPr>
          <p:cNvSpPr txBox="1">
            <a:spLocks noChangeArrowheads="1"/>
          </p:cNvSpPr>
          <p:nvPr/>
        </p:nvSpPr>
        <p:spPr bwMode="auto">
          <a:xfrm>
            <a:off x="3560763" y="4870450"/>
            <a:ext cx="202247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27654" name="Text Box 8">
            <a:extLst>
              <a:ext uri="{FF2B5EF4-FFF2-40B4-BE49-F238E27FC236}">
                <a16:creationId xmlns:a16="http://schemas.microsoft.com/office/drawing/2014/main" id="{6B5EF379-65B0-B019-E24D-A8B793F226AB}"/>
              </a:ext>
            </a:extLst>
          </p:cNvPr>
          <p:cNvSpPr txBox="1">
            <a:spLocks noChangeArrowheads="1"/>
          </p:cNvSpPr>
          <p:nvPr/>
        </p:nvSpPr>
        <p:spPr bwMode="auto">
          <a:xfrm>
            <a:off x="7385050" y="4767263"/>
            <a:ext cx="11287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fld id="{2D7F149E-2A04-4766-AE4C-3AFAD95D7188}" type="slidenum">
              <a:rPr lang="en-IN" altLang="en-US" sz="1800">
                <a:cs typeface="Lucida Sans Unicode" panose="020B0602030504020204" pitchFamily="34" charset="0"/>
              </a:rPr>
              <a:pPr eaLnBrk="1" hangingPunct="1">
                <a:lnSpc>
                  <a:spcPct val="100000"/>
                </a:lnSpc>
                <a:spcAft>
                  <a:spcPts val="600"/>
                </a:spcAft>
              </a:pPr>
              <a:t>12</a:t>
            </a:fld>
            <a:endParaRPr lang="en-IN" altLang="en-US" sz="1800">
              <a:cs typeface="Lucida Sans Unicode" panose="020B0602030504020204" pitchFamily="34" charset="0"/>
            </a:endParaRPr>
          </a:p>
        </p:txBody>
      </p:sp>
      <p:sp>
        <p:nvSpPr>
          <p:cNvPr id="12" name="Rectangle: Rounded Corners 11">
            <a:extLst>
              <a:ext uri="{FF2B5EF4-FFF2-40B4-BE49-F238E27FC236}">
                <a16:creationId xmlns:a16="http://schemas.microsoft.com/office/drawing/2014/main" id="{8E9AC720-AC40-EBB2-4A7F-75BC7AC275D8}"/>
              </a:ext>
            </a:extLst>
          </p:cNvPr>
          <p:cNvSpPr/>
          <p:nvPr/>
        </p:nvSpPr>
        <p:spPr bwMode="auto">
          <a:xfrm>
            <a:off x="4284663" y="915988"/>
            <a:ext cx="4032250" cy="2447925"/>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a:lnSpc>
                <a:spcPct val="93000"/>
              </a:lnSpc>
              <a:buClr>
                <a:srgbClr val="000000"/>
              </a:buClr>
              <a:buSzPct val="100000"/>
              <a:buFont typeface="Times New Roman" panose="02020603050405020304" pitchFamily="18" charset="0"/>
              <a:buNone/>
              <a:defRPr/>
            </a:pPr>
            <a:endParaRPr lang="en-IN">
              <a:latin typeface="Arial" panose="020B0604020202020204" pitchFamily="34" charset="0"/>
              <a:ea typeface="Microsoft YaHei" panose="020B0503020204020204" pitchFamily="34" charset="-122"/>
            </a:endParaRPr>
          </a:p>
        </p:txBody>
      </p:sp>
      <p:sp>
        <p:nvSpPr>
          <p:cNvPr id="13" name="Rectangle: Rounded Corners 12">
            <a:extLst>
              <a:ext uri="{FF2B5EF4-FFF2-40B4-BE49-F238E27FC236}">
                <a16:creationId xmlns:a16="http://schemas.microsoft.com/office/drawing/2014/main" id="{26C10FB7-4BE5-9364-1B9E-1A22F6AF39F2}"/>
              </a:ext>
            </a:extLst>
          </p:cNvPr>
          <p:cNvSpPr/>
          <p:nvPr/>
        </p:nvSpPr>
        <p:spPr bwMode="auto">
          <a:xfrm>
            <a:off x="4535488" y="1406525"/>
            <a:ext cx="3529012" cy="1768475"/>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a:lnSpc>
                <a:spcPct val="93000"/>
              </a:lnSpc>
              <a:buClr>
                <a:srgbClr val="000000"/>
              </a:buClr>
              <a:buSzPct val="100000"/>
              <a:buFont typeface="Times New Roman" panose="02020603050405020304" pitchFamily="18" charset="0"/>
              <a:buNone/>
              <a:defRPr/>
            </a:pPr>
            <a:endParaRPr lang="en-IN" dirty="0">
              <a:latin typeface="Arial" panose="020B0604020202020204" pitchFamily="34" charset="0"/>
              <a:ea typeface="Microsoft YaHei" panose="020B0503020204020204" pitchFamily="34" charset="-122"/>
            </a:endParaRPr>
          </a:p>
        </p:txBody>
      </p:sp>
      <p:sp>
        <p:nvSpPr>
          <p:cNvPr id="14" name="Rectangle: Rounded Corners 13">
            <a:extLst>
              <a:ext uri="{FF2B5EF4-FFF2-40B4-BE49-F238E27FC236}">
                <a16:creationId xmlns:a16="http://schemas.microsoft.com/office/drawing/2014/main" id="{A98B987D-87AC-606C-EFBB-8848FA1D57A3}"/>
              </a:ext>
            </a:extLst>
          </p:cNvPr>
          <p:cNvSpPr/>
          <p:nvPr/>
        </p:nvSpPr>
        <p:spPr bwMode="auto">
          <a:xfrm>
            <a:off x="4859338" y="1851025"/>
            <a:ext cx="2952750" cy="1225550"/>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a:lnSpc>
                <a:spcPct val="93000"/>
              </a:lnSpc>
              <a:buClr>
                <a:srgbClr val="000000"/>
              </a:buClr>
              <a:buSzPct val="100000"/>
              <a:buFont typeface="Times New Roman" panose="02020603050405020304" pitchFamily="18" charset="0"/>
              <a:buNone/>
              <a:defRPr/>
            </a:pPr>
            <a:endParaRPr lang="en-IN">
              <a:latin typeface="Arial" panose="020B0604020202020204" pitchFamily="34" charset="0"/>
              <a:ea typeface="Microsoft YaHei" panose="020B0503020204020204" pitchFamily="34" charset="-122"/>
            </a:endParaRPr>
          </a:p>
        </p:txBody>
      </p:sp>
      <p:sp>
        <p:nvSpPr>
          <p:cNvPr id="27658" name="TextBox 5">
            <a:extLst>
              <a:ext uri="{FF2B5EF4-FFF2-40B4-BE49-F238E27FC236}">
                <a16:creationId xmlns:a16="http://schemas.microsoft.com/office/drawing/2014/main" id="{2A3C6F29-B1B8-6E84-479F-5CD3397FEEFD}"/>
              </a:ext>
            </a:extLst>
          </p:cNvPr>
          <p:cNvSpPr txBox="1">
            <a:spLocks noChangeArrowheads="1"/>
          </p:cNvSpPr>
          <p:nvPr/>
        </p:nvSpPr>
        <p:spPr bwMode="auto">
          <a:xfrm>
            <a:off x="5364163" y="1482725"/>
            <a:ext cx="17287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Azure Avatar Agent</a:t>
            </a:r>
          </a:p>
        </p:txBody>
      </p:sp>
      <p:sp>
        <p:nvSpPr>
          <p:cNvPr id="27659" name="TextBox 6">
            <a:extLst>
              <a:ext uri="{FF2B5EF4-FFF2-40B4-BE49-F238E27FC236}">
                <a16:creationId xmlns:a16="http://schemas.microsoft.com/office/drawing/2014/main" id="{3B2BE4CD-1C6D-964F-EEBF-DEDB90BB40A8}"/>
              </a:ext>
            </a:extLst>
          </p:cNvPr>
          <p:cNvSpPr txBox="1">
            <a:spLocks noChangeArrowheads="1"/>
          </p:cNvSpPr>
          <p:nvPr/>
        </p:nvSpPr>
        <p:spPr bwMode="auto">
          <a:xfrm>
            <a:off x="5621338" y="2198688"/>
            <a:ext cx="14287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Azure Function + Translator</a:t>
            </a:r>
          </a:p>
        </p:txBody>
      </p:sp>
      <p:sp>
        <p:nvSpPr>
          <p:cNvPr id="27660" name="TextBox 14">
            <a:extLst>
              <a:ext uri="{FF2B5EF4-FFF2-40B4-BE49-F238E27FC236}">
                <a16:creationId xmlns:a16="http://schemas.microsoft.com/office/drawing/2014/main" id="{6E88A0E3-9BA6-A888-CB89-CF78F5346578}"/>
              </a:ext>
            </a:extLst>
          </p:cNvPr>
          <p:cNvSpPr txBox="1">
            <a:spLocks noChangeArrowheads="1"/>
          </p:cNvSpPr>
          <p:nvPr/>
        </p:nvSpPr>
        <p:spPr bwMode="auto">
          <a:xfrm>
            <a:off x="5508625" y="1030288"/>
            <a:ext cx="14398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Microsoft Azure</a:t>
            </a:r>
          </a:p>
        </p:txBody>
      </p:sp>
      <p:cxnSp>
        <p:nvCxnSpPr>
          <p:cNvPr id="27661" name="Straight Arrow Connector 16">
            <a:extLst>
              <a:ext uri="{FF2B5EF4-FFF2-40B4-BE49-F238E27FC236}">
                <a16:creationId xmlns:a16="http://schemas.microsoft.com/office/drawing/2014/main" id="{2322366C-6D33-84B7-729B-1969804C59B6}"/>
              </a:ext>
            </a:extLst>
          </p:cNvPr>
          <p:cNvCxnSpPr>
            <a:cxnSpLocks noChangeShapeType="1"/>
            <a:stCxn id="12" idx="2"/>
          </p:cNvCxnSpPr>
          <p:nvPr/>
        </p:nvCxnSpPr>
        <p:spPr bwMode="auto">
          <a:xfrm>
            <a:off x="6300788" y="3363913"/>
            <a:ext cx="0" cy="503237"/>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62" name="TextBox 17">
            <a:extLst>
              <a:ext uri="{FF2B5EF4-FFF2-40B4-BE49-F238E27FC236}">
                <a16:creationId xmlns:a16="http://schemas.microsoft.com/office/drawing/2014/main" id="{DDF07DDD-8103-08AF-3CD1-5CD6D00D120A}"/>
              </a:ext>
            </a:extLst>
          </p:cNvPr>
          <p:cNvSpPr txBox="1">
            <a:spLocks noChangeArrowheads="1"/>
          </p:cNvSpPr>
          <p:nvPr/>
        </p:nvSpPr>
        <p:spPr bwMode="auto">
          <a:xfrm>
            <a:off x="6335713" y="3438525"/>
            <a:ext cx="11287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English Text</a:t>
            </a:r>
          </a:p>
        </p:txBody>
      </p:sp>
      <p:sp>
        <p:nvSpPr>
          <p:cNvPr id="19" name="Rectangle: Rounded Corners 18">
            <a:extLst>
              <a:ext uri="{FF2B5EF4-FFF2-40B4-BE49-F238E27FC236}">
                <a16:creationId xmlns:a16="http://schemas.microsoft.com/office/drawing/2014/main" id="{88F3EED2-3878-7F61-AFEF-90C4990B6BA1}"/>
              </a:ext>
            </a:extLst>
          </p:cNvPr>
          <p:cNvSpPr/>
          <p:nvPr/>
        </p:nvSpPr>
        <p:spPr bwMode="auto">
          <a:xfrm>
            <a:off x="4535488" y="3940175"/>
            <a:ext cx="3781425" cy="503238"/>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a:lnSpc>
                <a:spcPct val="93000"/>
              </a:lnSpc>
              <a:buClr>
                <a:srgbClr val="000000"/>
              </a:buClr>
              <a:buSzPct val="100000"/>
              <a:buFont typeface="Times New Roman" panose="02020603050405020304" pitchFamily="18" charset="0"/>
              <a:buNone/>
              <a:defRPr/>
            </a:pPr>
            <a:endParaRPr lang="en-IN">
              <a:latin typeface="Arial" panose="020B0604020202020204" pitchFamily="34" charset="0"/>
              <a:ea typeface="Microsoft YaHei" panose="020B0503020204020204" pitchFamily="34" charset="-122"/>
            </a:endParaRPr>
          </a:p>
        </p:txBody>
      </p:sp>
      <p:sp>
        <p:nvSpPr>
          <p:cNvPr id="27664" name="TextBox 19">
            <a:extLst>
              <a:ext uri="{FF2B5EF4-FFF2-40B4-BE49-F238E27FC236}">
                <a16:creationId xmlns:a16="http://schemas.microsoft.com/office/drawing/2014/main" id="{6B1EADD9-3B49-F4D2-9AEC-CEF77E2C8A55}"/>
              </a:ext>
            </a:extLst>
          </p:cNvPr>
          <p:cNvSpPr txBox="1">
            <a:spLocks noChangeArrowheads="1"/>
          </p:cNvSpPr>
          <p:nvPr/>
        </p:nvSpPr>
        <p:spPr bwMode="auto">
          <a:xfrm>
            <a:off x="5076825" y="4037013"/>
            <a:ext cx="2519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Printing Bank Application Form</a:t>
            </a:r>
          </a:p>
        </p:txBody>
      </p:sp>
      <p:sp>
        <p:nvSpPr>
          <p:cNvPr id="21" name="Rectangle: Rounded Corners 20">
            <a:extLst>
              <a:ext uri="{FF2B5EF4-FFF2-40B4-BE49-F238E27FC236}">
                <a16:creationId xmlns:a16="http://schemas.microsoft.com/office/drawing/2014/main" id="{0894C83F-A1E6-21DD-6789-EC64754C0935}"/>
              </a:ext>
            </a:extLst>
          </p:cNvPr>
          <p:cNvSpPr/>
          <p:nvPr/>
        </p:nvSpPr>
        <p:spPr bwMode="auto">
          <a:xfrm>
            <a:off x="611188" y="1184275"/>
            <a:ext cx="1873250" cy="523875"/>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a:lnSpc>
                <a:spcPct val="93000"/>
              </a:lnSpc>
              <a:buClr>
                <a:srgbClr val="000000"/>
              </a:buClr>
              <a:buSzPct val="100000"/>
              <a:buFont typeface="Times New Roman" panose="02020603050405020304" pitchFamily="18" charset="0"/>
              <a:buNone/>
              <a:defRPr/>
            </a:pPr>
            <a:endParaRPr lang="en-IN">
              <a:latin typeface="Arial" panose="020B0604020202020204" pitchFamily="34" charset="0"/>
              <a:ea typeface="Microsoft YaHei" panose="020B0503020204020204" pitchFamily="34" charset="-122"/>
            </a:endParaRPr>
          </a:p>
        </p:txBody>
      </p:sp>
      <p:sp>
        <p:nvSpPr>
          <p:cNvPr id="27666" name="TextBox 21">
            <a:extLst>
              <a:ext uri="{FF2B5EF4-FFF2-40B4-BE49-F238E27FC236}">
                <a16:creationId xmlns:a16="http://schemas.microsoft.com/office/drawing/2014/main" id="{39888FE0-2CB8-8568-C76F-9F05A40D6755}"/>
              </a:ext>
            </a:extLst>
          </p:cNvPr>
          <p:cNvSpPr txBox="1">
            <a:spLocks noChangeArrowheads="1"/>
          </p:cNvSpPr>
          <p:nvPr/>
        </p:nvSpPr>
        <p:spPr bwMode="auto">
          <a:xfrm>
            <a:off x="684213" y="1292225"/>
            <a:ext cx="1871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User with microphone</a:t>
            </a:r>
          </a:p>
        </p:txBody>
      </p:sp>
      <p:cxnSp>
        <p:nvCxnSpPr>
          <p:cNvPr id="24" name="Straight Arrow Connector 23">
            <a:extLst>
              <a:ext uri="{FF2B5EF4-FFF2-40B4-BE49-F238E27FC236}">
                <a16:creationId xmlns:a16="http://schemas.microsoft.com/office/drawing/2014/main" id="{41A9FA2E-ED60-D26D-6B77-B0D36BDBF611}"/>
              </a:ext>
            </a:extLst>
          </p:cNvPr>
          <p:cNvCxnSpPr>
            <a:stCxn id="27666" idx="3"/>
          </p:cNvCxnSpPr>
          <p:nvPr/>
        </p:nvCxnSpPr>
        <p:spPr bwMode="auto">
          <a:xfrm flipV="1">
            <a:off x="2555875" y="1446213"/>
            <a:ext cx="1728788"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7668" name="TextBox 24">
            <a:extLst>
              <a:ext uri="{FF2B5EF4-FFF2-40B4-BE49-F238E27FC236}">
                <a16:creationId xmlns:a16="http://schemas.microsoft.com/office/drawing/2014/main" id="{A0B97354-3FAA-76FB-E075-DA2BDAC4EAEB}"/>
              </a:ext>
            </a:extLst>
          </p:cNvPr>
          <p:cNvSpPr txBox="1">
            <a:spLocks noChangeArrowheads="1"/>
          </p:cNvSpPr>
          <p:nvPr/>
        </p:nvSpPr>
        <p:spPr bwMode="auto">
          <a:xfrm>
            <a:off x="2627313" y="708025"/>
            <a:ext cx="143986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Regional language speech as input</a:t>
            </a:r>
          </a:p>
        </p:txBody>
      </p:sp>
      <p:sp>
        <p:nvSpPr>
          <p:cNvPr id="26" name="Rectangle: Rounded Corners 25">
            <a:extLst>
              <a:ext uri="{FF2B5EF4-FFF2-40B4-BE49-F238E27FC236}">
                <a16:creationId xmlns:a16="http://schemas.microsoft.com/office/drawing/2014/main" id="{AFFC34C3-F334-CB7F-9403-FFD074225359}"/>
              </a:ext>
            </a:extLst>
          </p:cNvPr>
          <p:cNvSpPr/>
          <p:nvPr/>
        </p:nvSpPr>
        <p:spPr bwMode="auto">
          <a:xfrm>
            <a:off x="611188" y="2571750"/>
            <a:ext cx="1873250" cy="523875"/>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a:lnSpc>
                <a:spcPct val="93000"/>
              </a:lnSpc>
              <a:buClr>
                <a:srgbClr val="000000"/>
              </a:buClr>
              <a:buSzPct val="100000"/>
              <a:buFont typeface="Times New Roman" panose="02020603050405020304" pitchFamily="18" charset="0"/>
              <a:buNone/>
              <a:defRPr/>
            </a:pPr>
            <a:endParaRPr lang="en-IN">
              <a:latin typeface="Arial" panose="020B0604020202020204" pitchFamily="34" charset="0"/>
              <a:ea typeface="Microsoft YaHei" panose="020B0503020204020204" pitchFamily="34" charset="-122"/>
            </a:endParaRPr>
          </a:p>
        </p:txBody>
      </p:sp>
      <p:sp>
        <p:nvSpPr>
          <p:cNvPr id="27670" name="TextBox 26">
            <a:extLst>
              <a:ext uri="{FF2B5EF4-FFF2-40B4-BE49-F238E27FC236}">
                <a16:creationId xmlns:a16="http://schemas.microsoft.com/office/drawing/2014/main" id="{E4A6FA37-E1A1-EB18-BD9B-C759EA6D4A2D}"/>
              </a:ext>
            </a:extLst>
          </p:cNvPr>
          <p:cNvSpPr txBox="1">
            <a:spLocks noChangeArrowheads="1"/>
          </p:cNvSpPr>
          <p:nvPr/>
        </p:nvSpPr>
        <p:spPr bwMode="auto">
          <a:xfrm>
            <a:off x="1146175" y="2679700"/>
            <a:ext cx="801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Speaker</a:t>
            </a:r>
          </a:p>
        </p:txBody>
      </p:sp>
      <p:cxnSp>
        <p:nvCxnSpPr>
          <p:cNvPr id="29" name="Straight Arrow Connector 28">
            <a:extLst>
              <a:ext uri="{FF2B5EF4-FFF2-40B4-BE49-F238E27FC236}">
                <a16:creationId xmlns:a16="http://schemas.microsoft.com/office/drawing/2014/main" id="{29A66837-10F5-036D-E7A1-28F646973972}"/>
              </a:ext>
            </a:extLst>
          </p:cNvPr>
          <p:cNvCxnSpPr/>
          <p:nvPr/>
        </p:nvCxnSpPr>
        <p:spPr bwMode="auto">
          <a:xfrm flipH="1">
            <a:off x="2555875" y="2833688"/>
            <a:ext cx="1728788"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7672" name="TextBox 30">
            <a:extLst>
              <a:ext uri="{FF2B5EF4-FFF2-40B4-BE49-F238E27FC236}">
                <a16:creationId xmlns:a16="http://schemas.microsoft.com/office/drawing/2014/main" id="{00D2966C-CA04-03DD-C7E9-84DCB6901409}"/>
              </a:ext>
            </a:extLst>
          </p:cNvPr>
          <p:cNvSpPr txBox="1">
            <a:spLocks noChangeArrowheads="1"/>
          </p:cNvSpPr>
          <p:nvPr/>
        </p:nvSpPr>
        <p:spPr bwMode="auto">
          <a:xfrm>
            <a:off x="2586038" y="2482850"/>
            <a:ext cx="17287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400">
                <a:latin typeface="Times New Roman" panose="02020603050405020304" pitchFamily="18" charset="0"/>
                <a:cs typeface="Times New Roman" panose="02020603050405020304" pitchFamily="18" charset="0"/>
              </a:rPr>
              <a:t>Dynamic Interaction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838AC91C-7D67-4D86-2E08-72A86423497C}"/>
              </a:ext>
            </a:extLst>
          </p:cNvPr>
          <p:cNvSpPr>
            <a:spLocks noGrp="1" noChangeArrowheads="1"/>
          </p:cNvSpPr>
          <p:nvPr>
            <p:ph type="title" idx="4294967295"/>
          </p:nvPr>
        </p:nvSpPr>
        <p:spPr>
          <a:xfrm>
            <a:off x="3313113" y="17463"/>
            <a:ext cx="2517775" cy="549275"/>
          </a:xfrm>
        </p:spPr>
        <p:txBody>
          <a:bodyPr lIns="91440" tIns="45720" rIns="91440" bIns="45720" anchor="b"/>
          <a:lstStyle/>
          <a:p>
            <a:pPr eaLnBrk="1" hangingPunct="1">
              <a:lnSpc>
                <a:spcPct val="90000"/>
              </a:lnSpc>
              <a:tabLst>
                <a:tab pos="723900" algn="l"/>
                <a:tab pos="1447800" algn="l"/>
                <a:tab pos="2171700" algn="l"/>
                <a:tab pos="2895600" algn="l"/>
              </a:tabLst>
            </a:pPr>
            <a:r>
              <a:rPr lang="en-IN" altLang="en-US" sz="2800" b="1">
                <a:latin typeface="Times New Roman" panose="02020603050405020304" pitchFamily="18" charset="0"/>
              </a:rPr>
              <a:t>Project Design</a:t>
            </a:r>
          </a:p>
        </p:txBody>
      </p:sp>
      <p:sp>
        <p:nvSpPr>
          <p:cNvPr id="29699" name="Rectangle 5">
            <a:extLst>
              <a:ext uri="{FF2B5EF4-FFF2-40B4-BE49-F238E27FC236}">
                <a16:creationId xmlns:a16="http://schemas.microsoft.com/office/drawing/2014/main" id="{FF89151F-0914-608C-2BEC-2D3A5FE42DD4}"/>
              </a:ext>
            </a:extLst>
          </p:cNvPr>
          <p:cNvSpPr>
            <a:spLocks noChangeArrowheads="1"/>
          </p:cNvSpPr>
          <p:nvPr/>
        </p:nvSpPr>
        <p:spPr bwMode="auto">
          <a:xfrm>
            <a:off x="358775" y="3654425"/>
            <a:ext cx="29495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9700" name="Text Box 7">
            <a:extLst>
              <a:ext uri="{FF2B5EF4-FFF2-40B4-BE49-F238E27FC236}">
                <a16:creationId xmlns:a16="http://schemas.microsoft.com/office/drawing/2014/main" id="{FB6C8D24-08F7-287D-21B3-9F9DF7B9F6F4}"/>
              </a:ext>
            </a:extLst>
          </p:cNvPr>
          <p:cNvSpPr txBox="1">
            <a:spLocks noChangeArrowheads="1"/>
          </p:cNvSpPr>
          <p:nvPr/>
        </p:nvSpPr>
        <p:spPr bwMode="auto">
          <a:xfrm>
            <a:off x="3492500" y="4852988"/>
            <a:ext cx="351472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29701" name="Text Box 8">
            <a:extLst>
              <a:ext uri="{FF2B5EF4-FFF2-40B4-BE49-F238E27FC236}">
                <a16:creationId xmlns:a16="http://schemas.microsoft.com/office/drawing/2014/main" id="{18C3CAC0-E3BC-2BF4-0742-ED9CEC0EB94F}"/>
              </a:ext>
            </a:extLst>
          </p:cNvPr>
          <p:cNvSpPr txBox="1">
            <a:spLocks noChangeArrowheads="1"/>
          </p:cNvSpPr>
          <p:nvPr/>
        </p:nvSpPr>
        <p:spPr bwMode="auto">
          <a:xfrm>
            <a:off x="7385050" y="4767263"/>
            <a:ext cx="11287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fld id="{803C459A-C20E-4D27-972E-37ED7639E045}" type="slidenum">
              <a:rPr lang="en-IN" altLang="en-US" sz="1800">
                <a:cs typeface="Lucida Sans Unicode" panose="020B0602030504020204" pitchFamily="34" charset="0"/>
              </a:rPr>
              <a:pPr eaLnBrk="1" hangingPunct="1">
                <a:lnSpc>
                  <a:spcPct val="100000"/>
                </a:lnSpc>
                <a:spcAft>
                  <a:spcPts val="600"/>
                </a:spcAft>
              </a:pPr>
              <a:t>13</a:t>
            </a:fld>
            <a:endParaRPr lang="en-IN" altLang="en-US" sz="1800">
              <a:cs typeface="Lucida Sans Unicode" panose="020B0602030504020204" pitchFamily="34" charset="0"/>
            </a:endParaRPr>
          </a:p>
        </p:txBody>
      </p:sp>
      <p:pic>
        <p:nvPicPr>
          <p:cNvPr id="29702" name="Picture 1">
            <a:extLst>
              <a:ext uri="{FF2B5EF4-FFF2-40B4-BE49-F238E27FC236}">
                <a16:creationId xmlns:a16="http://schemas.microsoft.com/office/drawing/2014/main" id="{8D933FA4-0A49-976D-407A-EB8951B7A3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013" y="700088"/>
            <a:ext cx="7419975"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TextBox 2">
            <a:extLst>
              <a:ext uri="{FF2B5EF4-FFF2-40B4-BE49-F238E27FC236}">
                <a16:creationId xmlns:a16="http://schemas.microsoft.com/office/drawing/2014/main" id="{1CEB39E7-E5CA-9851-BC92-FFBCC199E73F}"/>
              </a:ext>
            </a:extLst>
          </p:cNvPr>
          <p:cNvSpPr txBox="1">
            <a:spLocks noChangeArrowheads="1"/>
          </p:cNvSpPr>
          <p:nvPr/>
        </p:nvSpPr>
        <p:spPr bwMode="auto">
          <a:xfrm>
            <a:off x="3635375" y="4081463"/>
            <a:ext cx="22320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200">
                <a:latin typeface="Times New Roman" panose="02020603050405020304" pitchFamily="18" charset="0"/>
                <a:cs typeface="Times New Roman" panose="02020603050405020304" pitchFamily="18" charset="0"/>
              </a:rPr>
              <a:t>Figure 1: Azure Speech Services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4">
            <a:extLst>
              <a:ext uri="{FF2B5EF4-FFF2-40B4-BE49-F238E27FC236}">
                <a16:creationId xmlns:a16="http://schemas.microsoft.com/office/drawing/2014/main" id="{D2E3732B-328B-1C31-C12C-7611A6D902E2}"/>
              </a:ext>
            </a:extLst>
          </p:cNvPr>
          <p:cNvSpPr>
            <a:spLocks noGrp="1" noChangeArrowheads="1"/>
          </p:cNvSpPr>
          <p:nvPr>
            <p:ph type="title" idx="4294967295"/>
          </p:nvPr>
        </p:nvSpPr>
        <p:spPr>
          <a:xfrm>
            <a:off x="3349625" y="17463"/>
            <a:ext cx="2444750" cy="549275"/>
          </a:xfrm>
        </p:spPr>
        <p:txBody>
          <a:bodyPr lIns="91440" tIns="45720" rIns="91440" bIns="45720" anchor="b"/>
          <a:lstStyle/>
          <a:p>
            <a:pPr eaLnBrk="1" hangingPunct="1">
              <a:lnSpc>
                <a:spcPct val="90000"/>
              </a:lnSpc>
              <a:tabLst>
                <a:tab pos="723900" algn="l"/>
                <a:tab pos="1447800" algn="l"/>
                <a:tab pos="2171700" algn="l"/>
                <a:tab pos="2895600" algn="l"/>
              </a:tabLst>
            </a:pPr>
            <a:r>
              <a:rPr lang="en-IN" altLang="en-US" sz="2800" b="1">
                <a:latin typeface="Times New Roman" panose="02020603050405020304" pitchFamily="18" charset="0"/>
              </a:rPr>
              <a:t>Project Design</a:t>
            </a:r>
          </a:p>
        </p:txBody>
      </p:sp>
      <p:sp>
        <p:nvSpPr>
          <p:cNvPr id="31747" name="Rectangle 5">
            <a:extLst>
              <a:ext uri="{FF2B5EF4-FFF2-40B4-BE49-F238E27FC236}">
                <a16:creationId xmlns:a16="http://schemas.microsoft.com/office/drawing/2014/main" id="{9061F663-D4EF-8033-EA7E-612D4CEFC1DD}"/>
              </a:ext>
            </a:extLst>
          </p:cNvPr>
          <p:cNvSpPr>
            <a:spLocks noChangeArrowheads="1"/>
          </p:cNvSpPr>
          <p:nvPr/>
        </p:nvSpPr>
        <p:spPr bwMode="auto">
          <a:xfrm>
            <a:off x="358775" y="3654425"/>
            <a:ext cx="29495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31748" name="Text Box 7">
            <a:extLst>
              <a:ext uri="{FF2B5EF4-FFF2-40B4-BE49-F238E27FC236}">
                <a16:creationId xmlns:a16="http://schemas.microsoft.com/office/drawing/2014/main" id="{0292196B-9F31-DC77-4514-84302C907548}"/>
              </a:ext>
            </a:extLst>
          </p:cNvPr>
          <p:cNvSpPr txBox="1">
            <a:spLocks noChangeArrowheads="1"/>
          </p:cNvSpPr>
          <p:nvPr/>
        </p:nvSpPr>
        <p:spPr bwMode="auto">
          <a:xfrm>
            <a:off x="3492500" y="4852988"/>
            <a:ext cx="351472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31749" name="Text Box 8">
            <a:extLst>
              <a:ext uri="{FF2B5EF4-FFF2-40B4-BE49-F238E27FC236}">
                <a16:creationId xmlns:a16="http://schemas.microsoft.com/office/drawing/2014/main" id="{0E8B4A93-4512-43CC-ECC5-EEB7D612C1BE}"/>
              </a:ext>
            </a:extLst>
          </p:cNvPr>
          <p:cNvSpPr txBox="1">
            <a:spLocks noChangeArrowheads="1"/>
          </p:cNvSpPr>
          <p:nvPr/>
        </p:nvSpPr>
        <p:spPr bwMode="auto">
          <a:xfrm>
            <a:off x="7385050" y="4767263"/>
            <a:ext cx="11287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fld id="{0837B6E9-8544-4C26-8BC6-BCE90DBE3D2A}" type="slidenum">
              <a:rPr lang="en-IN" altLang="en-US" sz="1800">
                <a:cs typeface="Lucida Sans Unicode" panose="020B0602030504020204" pitchFamily="34" charset="0"/>
              </a:rPr>
              <a:pPr eaLnBrk="1" hangingPunct="1">
                <a:lnSpc>
                  <a:spcPct val="100000"/>
                </a:lnSpc>
                <a:spcAft>
                  <a:spcPts val="600"/>
                </a:spcAft>
              </a:pPr>
              <a:t>14</a:t>
            </a:fld>
            <a:endParaRPr lang="en-IN" altLang="en-US" sz="1800">
              <a:cs typeface="Lucida Sans Unicode" panose="020B0602030504020204" pitchFamily="34" charset="0"/>
            </a:endParaRPr>
          </a:p>
        </p:txBody>
      </p:sp>
      <p:pic>
        <p:nvPicPr>
          <p:cNvPr id="31750" name="Picture 1">
            <a:extLst>
              <a:ext uri="{FF2B5EF4-FFF2-40B4-BE49-F238E27FC236}">
                <a16:creationId xmlns:a16="http://schemas.microsoft.com/office/drawing/2014/main" id="{47107263-73FE-5F12-FE48-A4AB72DE4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819150"/>
            <a:ext cx="2808287"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2">
            <a:extLst>
              <a:ext uri="{FF2B5EF4-FFF2-40B4-BE49-F238E27FC236}">
                <a16:creationId xmlns:a16="http://schemas.microsoft.com/office/drawing/2014/main" id="{873E78F0-7084-ADB1-07AC-D67A945656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819150"/>
            <a:ext cx="2536825"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3">
            <a:extLst>
              <a:ext uri="{FF2B5EF4-FFF2-40B4-BE49-F238E27FC236}">
                <a16:creationId xmlns:a16="http://schemas.microsoft.com/office/drawing/2014/main" id="{6082259C-E684-61DA-3777-5AFCB6FE6C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9325" y="771525"/>
            <a:ext cx="267811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3" name="TextBox 5">
            <a:extLst>
              <a:ext uri="{FF2B5EF4-FFF2-40B4-BE49-F238E27FC236}">
                <a16:creationId xmlns:a16="http://schemas.microsoft.com/office/drawing/2014/main" id="{0E35C9E1-AA92-6813-5919-785DC188D16D}"/>
              </a:ext>
            </a:extLst>
          </p:cNvPr>
          <p:cNvSpPr txBox="1">
            <a:spLocks noChangeArrowheads="1"/>
          </p:cNvSpPr>
          <p:nvPr/>
        </p:nvSpPr>
        <p:spPr bwMode="auto">
          <a:xfrm>
            <a:off x="3303588" y="3883025"/>
            <a:ext cx="287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200">
                <a:latin typeface="Times New Roman" panose="02020603050405020304" pitchFamily="18" charset="0"/>
                <a:cs typeface="Times New Roman" panose="02020603050405020304" pitchFamily="18" charset="0"/>
              </a:rPr>
              <a:t>Figure 2: Azure Avatar agent configuration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4">
            <a:extLst>
              <a:ext uri="{FF2B5EF4-FFF2-40B4-BE49-F238E27FC236}">
                <a16:creationId xmlns:a16="http://schemas.microsoft.com/office/drawing/2014/main" id="{B12800BD-F09E-7775-7209-13B4E5A1E53C}"/>
              </a:ext>
            </a:extLst>
          </p:cNvPr>
          <p:cNvSpPr>
            <a:spLocks noGrp="1" noChangeArrowheads="1"/>
          </p:cNvSpPr>
          <p:nvPr>
            <p:ph type="title" idx="4294967295"/>
          </p:nvPr>
        </p:nvSpPr>
        <p:spPr>
          <a:xfrm>
            <a:off x="3419475" y="17463"/>
            <a:ext cx="2444750" cy="549275"/>
          </a:xfrm>
        </p:spPr>
        <p:txBody>
          <a:bodyPr lIns="91440" tIns="45720" rIns="91440" bIns="45720" anchor="b"/>
          <a:lstStyle/>
          <a:p>
            <a:pPr eaLnBrk="1" hangingPunct="1">
              <a:lnSpc>
                <a:spcPct val="90000"/>
              </a:lnSpc>
              <a:tabLst>
                <a:tab pos="723900" algn="l"/>
                <a:tab pos="1447800" algn="l"/>
                <a:tab pos="2171700" algn="l"/>
                <a:tab pos="2895600" algn="l"/>
              </a:tabLst>
            </a:pPr>
            <a:r>
              <a:rPr lang="en-IN" altLang="en-US" sz="2800" b="1">
                <a:latin typeface="Times New Roman" panose="02020603050405020304" pitchFamily="18" charset="0"/>
              </a:rPr>
              <a:t>Project Design</a:t>
            </a:r>
          </a:p>
        </p:txBody>
      </p:sp>
      <p:sp>
        <p:nvSpPr>
          <p:cNvPr id="33795" name="Rectangle 5">
            <a:extLst>
              <a:ext uri="{FF2B5EF4-FFF2-40B4-BE49-F238E27FC236}">
                <a16:creationId xmlns:a16="http://schemas.microsoft.com/office/drawing/2014/main" id="{3B081A2F-6DD1-6E95-11D1-447B16206E68}"/>
              </a:ext>
            </a:extLst>
          </p:cNvPr>
          <p:cNvSpPr>
            <a:spLocks noChangeArrowheads="1"/>
          </p:cNvSpPr>
          <p:nvPr/>
        </p:nvSpPr>
        <p:spPr bwMode="auto">
          <a:xfrm>
            <a:off x="358775" y="3654425"/>
            <a:ext cx="29495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33796" name="Text Box 7">
            <a:extLst>
              <a:ext uri="{FF2B5EF4-FFF2-40B4-BE49-F238E27FC236}">
                <a16:creationId xmlns:a16="http://schemas.microsoft.com/office/drawing/2014/main" id="{9EABF395-A222-A058-6883-852BA66D7ACB}"/>
              </a:ext>
            </a:extLst>
          </p:cNvPr>
          <p:cNvSpPr txBox="1">
            <a:spLocks noChangeArrowheads="1"/>
          </p:cNvSpPr>
          <p:nvPr/>
        </p:nvSpPr>
        <p:spPr bwMode="auto">
          <a:xfrm>
            <a:off x="3492500" y="4852988"/>
            <a:ext cx="351472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33797" name="Text Box 8">
            <a:extLst>
              <a:ext uri="{FF2B5EF4-FFF2-40B4-BE49-F238E27FC236}">
                <a16:creationId xmlns:a16="http://schemas.microsoft.com/office/drawing/2014/main" id="{1E0F7057-72D5-E0F3-4C65-DBEAB881617E}"/>
              </a:ext>
            </a:extLst>
          </p:cNvPr>
          <p:cNvSpPr txBox="1">
            <a:spLocks noChangeArrowheads="1"/>
          </p:cNvSpPr>
          <p:nvPr/>
        </p:nvSpPr>
        <p:spPr bwMode="auto">
          <a:xfrm>
            <a:off x="7385050" y="4767263"/>
            <a:ext cx="11287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fld id="{1C216CDE-4167-4ADF-A59D-F0DCD145496F}" type="slidenum">
              <a:rPr lang="en-IN" altLang="en-US" sz="1800">
                <a:cs typeface="Lucida Sans Unicode" panose="020B0602030504020204" pitchFamily="34" charset="0"/>
              </a:rPr>
              <a:pPr eaLnBrk="1" hangingPunct="1">
                <a:lnSpc>
                  <a:spcPct val="100000"/>
                </a:lnSpc>
                <a:spcAft>
                  <a:spcPts val="600"/>
                </a:spcAft>
              </a:pPr>
              <a:t>15</a:t>
            </a:fld>
            <a:endParaRPr lang="en-IN" altLang="en-US" sz="1800">
              <a:cs typeface="Lucida Sans Unicode" panose="020B0602030504020204" pitchFamily="34" charset="0"/>
            </a:endParaRPr>
          </a:p>
        </p:txBody>
      </p:sp>
      <p:sp>
        <p:nvSpPr>
          <p:cNvPr id="33799" name="TextBox 2">
            <a:extLst>
              <a:ext uri="{FF2B5EF4-FFF2-40B4-BE49-F238E27FC236}">
                <a16:creationId xmlns:a16="http://schemas.microsoft.com/office/drawing/2014/main" id="{31087C54-B54B-0E39-8277-822B7F3463A0}"/>
              </a:ext>
            </a:extLst>
          </p:cNvPr>
          <p:cNvSpPr txBox="1">
            <a:spLocks noChangeArrowheads="1"/>
          </p:cNvSpPr>
          <p:nvPr/>
        </p:nvSpPr>
        <p:spPr bwMode="auto">
          <a:xfrm>
            <a:off x="2700338" y="3810000"/>
            <a:ext cx="39814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200">
                <a:latin typeface="Times New Roman" panose="02020603050405020304" pitchFamily="18" charset="0"/>
                <a:cs typeface="Times New Roman" panose="02020603050405020304" pitchFamily="18" charset="0"/>
              </a:rPr>
              <a:t>Figure 4: Local Testing of Azure Function using Postman API</a:t>
            </a:r>
          </a:p>
        </p:txBody>
      </p:sp>
      <p:pic>
        <p:nvPicPr>
          <p:cNvPr id="2" name="Picture 1">
            <a:extLst>
              <a:ext uri="{FF2B5EF4-FFF2-40B4-BE49-F238E27FC236}">
                <a16:creationId xmlns:a16="http://schemas.microsoft.com/office/drawing/2014/main" id="{D8BB7444-9089-7340-4307-D1DCB18C11DF}"/>
              </a:ext>
            </a:extLst>
          </p:cNvPr>
          <p:cNvPicPr>
            <a:picLocks noChangeAspect="1"/>
          </p:cNvPicPr>
          <p:nvPr/>
        </p:nvPicPr>
        <p:blipFill>
          <a:blip r:embed="rId3"/>
          <a:stretch>
            <a:fillRect/>
          </a:stretch>
        </p:blipFill>
        <p:spPr>
          <a:xfrm>
            <a:off x="373135" y="820217"/>
            <a:ext cx="8397729" cy="2606402"/>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F9344CAD-C6DB-BDB2-1889-D348F99E34FD}"/>
              </a:ext>
            </a:extLst>
          </p:cNvPr>
          <p:cNvSpPr>
            <a:spLocks noGrp="1" noChangeArrowheads="1"/>
          </p:cNvSpPr>
          <p:nvPr>
            <p:ph type="title" idx="4294967295"/>
          </p:nvPr>
        </p:nvSpPr>
        <p:spPr>
          <a:xfrm>
            <a:off x="3419475" y="17463"/>
            <a:ext cx="2444750" cy="549275"/>
          </a:xfrm>
        </p:spPr>
        <p:txBody>
          <a:bodyPr lIns="91440" tIns="45720" rIns="91440" bIns="45720" anchor="b"/>
          <a:lstStyle/>
          <a:p>
            <a:pPr eaLnBrk="1" hangingPunct="1">
              <a:lnSpc>
                <a:spcPct val="90000"/>
              </a:lnSpc>
              <a:tabLst>
                <a:tab pos="723900" algn="l"/>
                <a:tab pos="1447800" algn="l"/>
                <a:tab pos="2171700" algn="l"/>
                <a:tab pos="2895600" algn="l"/>
              </a:tabLst>
            </a:pPr>
            <a:r>
              <a:rPr lang="en-IN" altLang="en-US" sz="2800" b="1">
                <a:latin typeface="Times New Roman" panose="02020603050405020304" pitchFamily="18" charset="0"/>
              </a:rPr>
              <a:t>Project Design</a:t>
            </a:r>
          </a:p>
        </p:txBody>
      </p:sp>
      <p:sp>
        <p:nvSpPr>
          <p:cNvPr id="35843" name="Rectangle 5">
            <a:extLst>
              <a:ext uri="{FF2B5EF4-FFF2-40B4-BE49-F238E27FC236}">
                <a16:creationId xmlns:a16="http://schemas.microsoft.com/office/drawing/2014/main" id="{02B05C36-BC61-AE81-D883-3C2DA76DBDB3}"/>
              </a:ext>
            </a:extLst>
          </p:cNvPr>
          <p:cNvSpPr>
            <a:spLocks noChangeArrowheads="1"/>
          </p:cNvSpPr>
          <p:nvPr/>
        </p:nvSpPr>
        <p:spPr bwMode="auto">
          <a:xfrm>
            <a:off x="358775" y="3654425"/>
            <a:ext cx="29495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35844" name="Text Box 7">
            <a:extLst>
              <a:ext uri="{FF2B5EF4-FFF2-40B4-BE49-F238E27FC236}">
                <a16:creationId xmlns:a16="http://schemas.microsoft.com/office/drawing/2014/main" id="{9299D697-6F19-4F28-A64D-82A8BF0F2A34}"/>
              </a:ext>
            </a:extLst>
          </p:cNvPr>
          <p:cNvSpPr txBox="1">
            <a:spLocks noChangeArrowheads="1"/>
          </p:cNvSpPr>
          <p:nvPr/>
        </p:nvSpPr>
        <p:spPr bwMode="auto">
          <a:xfrm>
            <a:off x="3492500" y="4852988"/>
            <a:ext cx="351472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35845" name="Text Box 8">
            <a:extLst>
              <a:ext uri="{FF2B5EF4-FFF2-40B4-BE49-F238E27FC236}">
                <a16:creationId xmlns:a16="http://schemas.microsoft.com/office/drawing/2014/main" id="{E775495E-4FF9-FB11-A73A-E0C2F70C6FC2}"/>
              </a:ext>
            </a:extLst>
          </p:cNvPr>
          <p:cNvSpPr txBox="1">
            <a:spLocks noChangeArrowheads="1"/>
          </p:cNvSpPr>
          <p:nvPr/>
        </p:nvSpPr>
        <p:spPr bwMode="auto">
          <a:xfrm>
            <a:off x="7385050" y="4767263"/>
            <a:ext cx="11287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fld id="{FD98DE3D-4A76-4509-88DB-32C93B91E36E}" type="slidenum">
              <a:rPr lang="en-IN" altLang="en-US" sz="1800">
                <a:cs typeface="Lucida Sans Unicode" panose="020B0602030504020204" pitchFamily="34" charset="0"/>
              </a:rPr>
              <a:pPr eaLnBrk="1" hangingPunct="1">
                <a:lnSpc>
                  <a:spcPct val="100000"/>
                </a:lnSpc>
                <a:spcAft>
                  <a:spcPts val="600"/>
                </a:spcAft>
              </a:pPr>
              <a:t>16</a:t>
            </a:fld>
            <a:endParaRPr lang="en-IN" altLang="en-US" sz="1800">
              <a:cs typeface="Lucida Sans Unicode" panose="020B0602030504020204" pitchFamily="34" charset="0"/>
            </a:endParaRPr>
          </a:p>
        </p:txBody>
      </p:sp>
      <p:sp>
        <p:nvSpPr>
          <p:cNvPr id="35846" name="TextBox 2">
            <a:extLst>
              <a:ext uri="{FF2B5EF4-FFF2-40B4-BE49-F238E27FC236}">
                <a16:creationId xmlns:a16="http://schemas.microsoft.com/office/drawing/2014/main" id="{9F7227B3-C2F0-E729-9BF4-7D3D01D5435C}"/>
              </a:ext>
            </a:extLst>
          </p:cNvPr>
          <p:cNvSpPr txBox="1">
            <a:spLocks noChangeArrowheads="1"/>
          </p:cNvSpPr>
          <p:nvPr/>
        </p:nvSpPr>
        <p:spPr bwMode="auto">
          <a:xfrm>
            <a:off x="2339975" y="3813175"/>
            <a:ext cx="489585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200">
                <a:latin typeface="Times New Roman" panose="02020603050405020304" pitchFamily="18" charset="0"/>
                <a:cs typeface="Times New Roman" panose="02020603050405020304" pitchFamily="18" charset="0"/>
              </a:rPr>
              <a:t>Figure 5: Deploying the Python Script to Function App in Azure Portal</a:t>
            </a:r>
          </a:p>
        </p:txBody>
      </p:sp>
      <p:pic>
        <p:nvPicPr>
          <p:cNvPr id="35847" name="Picture 3">
            <a:extLst>
              <a:ext uri="{FF2B5EF4-FFF2-40B4-BE49-F238E27FC236}">
                <a16:creationId xmlns:a16="http://schemas.microsoft.com/office/drawing/2014/main" id="{F2FD3801-F547-1A75-59AC-9ABC40AEF4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5" y="927100"/>
            <a:ext cx="644525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7AFAB805-BE88-D56F-E99E-442A7D2E38DA}"/>
              </a:ext>
            </a:extLst>
          </p:cNvPr>
          <p:cNvSpPr>
            <a:spLocks noGrp="1" noChangeArrowheads="1"/>
          </p:cNvSpPr>
          <p:nvPr>
            <p:ph type="title" idx="4294967295"/>
          </p:nvPr>
        </p:nvSpPr>
        <p:spPr>
          <a:xfrm>
            <a:off x="3419475" y="17463"/>
            <a:ext cx="2444750" cy="549275"/>
          </a:xfrm>
        </p:spPr>
        <p:txBody>
          <a:bodyPr lIns="91440" tIns="45720" rIns="91440" bIns="45720" anchor="b"/>
          <a:lstStyle/>
          <a:p>
            <a:pPr eaLnBrk="1" hangingPunct="1">
              <a:lnSpc>
                <a:spcPct val="90000"/>
              </a:lnSpc>
              <a:tabLst>
                <a:tab pos="723900" algn="l"/>
                <a:tab pos="1447800" algn="l"/>
                <a:tab pos="2171700" algn="l"/>
                <a:tab pos="2895600" algn="l"/>
              </a:tabLst>
            </a:pPr>
            <a:r>
              <a:rPr lang="en-IN" altLang="en-US" sz="2800" b="1">
                <a:latin typeface="Times New Roman" panose="02020603050405020304" pitchFamily="18" charset="0"/>
              </a:rPr>
              <a:t>Project Design</a:t>
            </a:r>
          </a:p>
        </p:txBody>
      </p:sp>
      <p:sp>
        <p:nvSpPr>
          <p:cNvPr id="37891" name="Rectangle 5">
            <a:extLst>
              <a:ext uri="{FF2B5EF4-FFF2-40B4-BE49-F238E27FC236}">
                <a16:creationId xmlns:a16="http://schemas.microsoft.com/office/drawing/2014/main" id="{440ABD4E-BCC4-6465-2F65-A18392C2282D}"/>
              </a:ext>
            </a:extLst>
          </p:cNvPr>
          <p:cNvSpPr>
            <a:spLocks noChangeArrowheads="1"/>
          </p:cNvSpPr>
          <p:nvPr/>
        </p:nvSpPr>
        <p:spPr bwMode="auto">
          <a:xfrm>
            <a:off x="358775" y="3654425"/>
            <a:ext cx="29495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37892" name="Text Box 7">
            <a:extLst>
              <a:ext uri="{FF2B5EF4-FFF2-40B4-BE49-F238E27FC236}">
                <a16:creationId xmlns:a16="http://schemas.microsoft.com/office/drawing/2014/main" id="{286C173C-5EB3-6F6C-01D4-03B82D72E81D}"/>
              </a:ext>
            </a:extLst>
          </p:cNvPr>
          <p:cNvSpPr txBox="1">
            <a:spLocks noChangeArrowheads="1"/>
          </p:cNvSpPr>
          <p:nvPr/>
        </p:nvSpPr>
        <p:spPr bwMode="auto">
          <a:xfrm>
            <a:off x="3492500" y="4852988"/>
            <a:ext cx="351472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37893" name="Text Box 8">
            <a:extLst>
              <a:ext uri="{FF2B5EF4-FFF2-40B4-BE49-F238E27FC236}">
                <a16:creationId xmlns:a16="http://schemas.microsoft.com/office/drawing/2014/main" id="{071634A2-1EA5-7AE9-7732-DFE16FD7FB08}"/>
              </a:ext>
            </a:extLst>
          </p:cNvPr>
          <p:cNvSpPr txBox="1">
            <a:spLocks noChangeArrowheads="1"/>
          </p:cNvSpPr>
          <p:nvPr/>
        </p:nvSpPr>
        <p:spPr bwMode="auto">
          <a:xfrm>
            <a:off x="7385050" y="4767263"/>
            <a:ext cx="11287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fld id="{A3804F0C-28BB-4E30-9CB8-A982A0BA5A57}" type="slidenum">
              <a:rPr lang="en-IN" altLang="en-US" sz="1800">
                <a:cs typeface="Lucida Sans Unicode" panose="020B0602030504020204" pitchFamily="34" charset="0"/>
              </a:rPr>
              <a:pPr eaLnBrk="1" hangingPunct="1">
                <a:lnSpc>
                  <a:spcPct val="100000"/>
                </a:lnSpc>
                <a:spcAft>
                  <a:spcPts val="600"/>
                </a:spcAft>
              </a:pPr>
              <a:t>17</a:t>
            </a:fld>
            <a:endParaRPr lang="en-IN" altLang="en-US" sz="1800">
              <a:cs typeface="Lucida Sans Unicode" panose="020B0602030504020204" pitchFamily="34" charset="0"/>
            </a:endParaRPr>
          </a:p>
        </p:txBody>
      </p:sp>
      <p:sp>
        <p:nvSpPr>
          <p:cNvPr id="37894" name="TextBox 2">
            <a:extLst>
              <a:ext uri="{FF2B5EF4-FFF2-40B4-BE49-F238E27FC236}">
                <a16:creationId xmlns:a16="http://schemas.microsoft.com/office/drawing/2014/main" id="{295CE701-5EF8-A654-CE21-FBD63BB2B1E9}"/>
              </a:ext>
            </a:extLst>
          </p:cNvPr>
          <p:cNvSpPr txBox="1">
            <a:spLocks noChangeArrowheads="1"/>
          </p:cNvSpPr>
          <p:nvPr/>
        </p:nvSpPr>
        <p:spPr bwMode="auto">
          <a:xfrm>
            <a:off x="1944688" y="3852863"/>
            <a:ext cx="51165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200">
                <a:latin typeface="Times New Roman" panose="02020603050405020304" pitchFamily="18" charset="0"/>
                <a:cs typeface="Times New Roman" panose="02020603050405020304" pitchFamily="18" charset="0"/>
              </a:rPr>
              <a:t>Figure 6: Adding Deployment URL of Azure Function as action to avatar agent</a:t>
            </a:r>
          </a:p>
        </p:txBody>
      </p:sp>
      <p:pic>
        <p:nvPicPr>
          <p:cNvPr id="37895" name="Picture 1">
            <a:extLst>
              <a:ext uri="{FF2B5EF4-FFF2-40B4-BE49-F238E27FC236}">
                <a16:creationId xmlns:a16="http://schemas.microsoft.com/office/drawing/2014/main" id="{02DF2234-5B72-A921-8CF2-604CB45A43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3563" y="831850"/>
            <a:ext cx="5227637"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6306EF83-854D-D2E1-EF33-42EDB4D2894E}"/>
              </a:ext>
            </a:extLst>
          </p:cNvPr>
          <p:cNvSpPr>
            <a:spLocks noGrp="1" noChangeArrowheads="1"/>
          </p:cNvSpPr>
          <p:nvPr>
            <p:ph type="title" idx="4294967295"/>
          </p:nvPr>
        </p:nvSpPr>
        <p:spPr>
          <a:xfrm>
            <a:off x="3419475" y="17463"/>
            <a:ext cx="2444750" cy="549275"/>
          </a:xfrm>
        </p:spPr>
        <p:txBody>
          <a:bodyPr lIns="91440" tIns="45720" rIns="91440" bIns="45720" anchor="b"/>
          <a:lstStyle/>
          <a:p>
            <a:pPr eaLnBrk="1" hangingPunct="1">
              <a:lnSpc>
                <a:spcPct val="90000"/>
              </a:lnSpc>
              <a:tabLst>
                <a:tab pos="723900" algn="l"/>
                <a:tab pos="1447800" algn="l"/>
                <a:tab pos="2171700" algn="l"/>
                <a:tab pos="2895600" algn="l"/>
              </a:tabLst>
            </a:pPr>
            <a:r>
              <a:rPr lang="en-IN" altLang="en-US" sz="2800" b="1">
                <a:latin typeface="Times New Roman" panose="02020603050405020304" pitchFamily="18" charset="0"/>
              </a:rPr>
              <a:t>Project Design</a:t>
            </a:r>
          </a:p>
        </p:txBody>
      </p:sp>
      <p:sp>
        <p:nvSpPr>
          <p:cNvPr id="39939" name="Rectangle 5">
            <a:extLst>
              <a:ext uri="{FF2B5EF4-FFF2-40B4-BE49-F238E27FC236}">
                <a16:creationId xmlns:a16="http://schemas.microsoft.com/office/drawing/2014/main" id="{60D2D607-7A59-3B98-C8B6-C258FA6A8C29}"/>
              </a:ext>
            </a:extLst>
          </p:cNvPr>
          <p:cNvSpPr>
            <a:spLocks noChangeArrowheads="1"/>
          </p:cNvSpPr>
          <p:nvPr/>
        </p:nvSpPr>
        <p:spPr bwMode="auto">
          <a:xfrm>
            <a:off x="358775" y="3654425"/>
            <a:ext cx="2949575"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39940" name="Text Box 7">
            <a:extLst>
              <a:ext uri="{FF2B5EF4-FFF2-40B4-BE49-F238E27FC236}">
                <a16:creationId xmlns:a16="http://schemas.microsoft.com/office/drawing/2014/main" id="{C2FD7A2F-E95D-C4D5-C765-3191320A668B}"/>
              </a:ext>
            </a:extLst>
          </p:cNvPr>
          <p:cNvSpPr txBox="1">
            <a:spLocks noChangeArrowheads="1"/>
          </p:cNvSpPr>
          <p:nvPr/>
        </p:nvSpPr>
        <p:spPr bwMode="auto">
          <a:xfrm>
            <a:off x="3492500" y="4852988"/>
            <a:ext cx="351472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39941" name="Text Box 8">
            <a:extLst>
              <a:ext uri="{FF2B5EF4-FFF2-40B4-BE49-F238E27FC236}">
                <a16:creationId xmlns:a16="http://schemas.microsoft.com/office/drawing/2014/main" id="{25F4B28B-E0E5-B02D-6139-C437A7C4FC32}"/>
              </a:ext>
            </a:extLst>
          </p:cNvPr>
          <p:cNvSpPr txBox="1">
            <a:spLocks noChangeArrowheads="1"/>
          </p:cNvSpPr>
          <p:nvPr/>
        </p:nvSpPr>
        <p:spPr bwMode="auto">
          <a:xfrm>
            <a:off x="7385050" y="4767263"/>
            <a:ext cx="11287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ts val="600"/>
              </a:spcAft>
            </a:pPr>
            <a:fld id="{550A4BBC-E827-44F9-AEB8-83F86685C8E1}" type="slidenum">
              <a:rPr lang="en-IN" altLang="en-US" sz="1800">
                <a:cs typeface="Lucida Sans Unicode" panose="020B0602030504020204" pitchFamily="34" charset="0"/>
              </a:rPr>
              <a:pPr eaLnBrk="1" hangingPunct="1">
                <a:lnSpc>
                  <a:spcPct val="100000"/>
                </a:lnSpc>
                <a:spcAft>
                  <a:spcPts val="600"/>
                </a:spcAft>
              </a:pPr>
              <a:t>18</a:t>
            </a:fld>
            <a:endParaRPr lang="en-IN" altLang="en-US" sz="1800">
              <a:cs typeface="Lucida Sans Unicode" panose="020B0602030504020204" pitchFamily="34" charset="0"/>
            </a:endParaRPr>
          </a:p>
        </p:txBody>
      </p:sp>
      <p:sp>
        <p:nvSpPr>
          <p:cNvPr id="39942" name="TextBox 2">
            <a:extLst>
              <a:ext uri="{FF2B5EF4-FFF2-40B4-BE49-F238E27FC236}">
                <a16:creationId xmlns:a16="http://schemas.microsoft.com/office/drawing/2014/main" id="{8767A864-39F1-1CE1-08B7-DB88F952B657}"/>
              </a:ext>
            </a:extLst>
          </p:cNvPr>
          <p:cNvSpPr txBox="1">
            <a:spLocks noChangeArrowheads="1"/>
          </p:cNvSpPr>
          <p:nvPr/>
        </p:nvSpPr>
        <p:spPr bwMode="auto">
          <a:xfrm>
            <a:off x="3300413" y="3838575"/>
            <a:ext cx="2555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IN" altLang="en-US" sz="1200">
                <a:latin typeface="Times New Roman" panose="02020603050405020304" pitchFamily="18" charset="0"/>
                <a:cs typeface="Times New Roman" panose="02020603050405020304" pitchFamily="18" charset="0"/>
              </a:rPr>
              <a:t>Figure 7: Final Testing and Execution </a:t>
            </a:r>
          </a:p>
        </p:txBody>
      </p:sp>
      <p:pic>
        <p:nvPicPr>
          <p:cNvPr id="39943" name="Picture 3">
            <a:extLst>
              <a:ext uri="{FF2B5EF4-FFF2-40B4-BE49-F238E27FC236}">
                <a16:creationId xmlns:a16="http://schemas.microsoft.com/office/drawing/2014/main" id="{D364F19E-AF50-3F4A-7750-B825E2060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325" y="722313"/>
            <a:ext cx="6483350" cy="293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a:extLst>
              <a:ext uri="{FF2B5EF4-FFF2-40B4-BE49-F238E27FC236}">
                <a16:creationId xmlns:a16="http://schemas.microsoft.com/office/drawing/2014/main" id="{54EF2FD2-705D-9D20-F456-86902C7F343D}"/>
              </a:ext>
            </a:extLst>
          </p:cNvPr>
          <p:cNvSpPr>
            <a:spLocks noChangeArrowheads="1"/>
          </p:cNvSpPr>
          <p:nvPr/>
        </p:nvSpPr>
        <p:spPr bwMode="auto">
          <a:xfrm>
            <a:off x="3700463" y="941388"/>
            <a:ext cx="4837112"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8400" tIns="34200" rIns="68400" bIns="34200">
            <a:spAutoFit/>
          </a:bodyPr>
          <a:lstStyle>
            <a:lvl1pPr marL="169863" indent="-169863">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9pPr>
          </a:lstStyle>
          <a:p>
            <a:pPr algn="just" eaLnBrk="1" hangingPunct="1">
              <a:lnSpc>
                <a:spcPct val="100000"/>
              </a:lnSpc>
              <a:spcAft>
                <a:spcPct val="0"/>
              </a:spcAft>
              <a:buSzPct val="45000"/>
              <a:buFont typeface="Wingdings" panose="05000000000000000000" pitchFamily="2" charset="2"/>
              <a:buChar char="Ø"/>
            </a:pPr>
            <a:r>
              <a:rPr lang="en-IN" altLang="en-US" sz="1200">
                <a:latin typeface="Times New Roman" panose="02020603050405020304" pitchFamily="18" charset="0"/>
              </a:rPr>
              <a:t>The interactive azure avatar agent must accept the Kannada voice as input, transcribe and translate to English text, and fill the form fields of a custom bank application template</a:t>
            </a:r>
          </a:p>
        </p:txBody>
      </p:sp>
      <p:sp>
        <p:nvSpPr>
          <p:cNvPr id="41987" name="AutoShape 2">
            <a:extLst>
              <a:ext uri="{FF2B5EF4-FFF2-40B4-BE49-F238E27FC236}">
                <a16:creationId xmlns:a16="http://schemas.microsoft.com/office/drawing/2014/main" id="{D3A535EC-F7F1-232B-2F8C-B7718526D14E}"/>
              </a:ext>
            </a:extLst>
          </p:cNvPr>
          <p:cNvSpPr>
            <a:spLocks noChangeArrowheads="1"/>
          </p:cNvSpPr>
          <p:nvPr/>
        </p:nvSpPr>
        <p:spPr bwMode="auto">
          <a:xfrm>
            <a:off x="752475" y="3013075"/>
            <a:ext cx="2474913" cy="573088"/>
          </a:xfrm>
          <a:prstGeom prst="roundRect">
            <a:avLst>
              <a:gd name="adj" fmla="val 16667"/>
            </a:avLst>
          </a:prstGeom>
          <a:gradFill rotWithShape="0">
            <a:gsLst>
              <a:gs pos="0">
                <a:srgbClr val="4EB2ED"/>
              </a:gs>
              <a:gs pos="100000">
                <a:srgbClr val="229AD8"/>
              </a:gs>
            </a:gsLst>
            <a:path path="shape">
              <a:fillToRect l="29999" t="70000" r="70001" b="30000"/>
            </a:path>
          </a:gradFill>
          <a:ln w="9360">
            <a:solidFill>
              <a:srgbClr val="ABD2F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68400" tIns="34200" rIns="68400" bIns="3420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1400" b="1">
                <a:latin typeface="Cambria" panose="02040503050406030204" pitchFamily="18" charset="0"/>
              </a:rPr>
              <a:t>HARDWARE </a:t>
            </a:r>
          </a:p>
          <a:p>
            <a:pPr algn="ctr" eaLnBrk="1" hangingPunct="1">
              <a:lnSpc>
                <a:spcPct val="100000"/>
              </a:lnSpc>
              <a:spcAft>
                <a:spcPct val="0"/>
              </a:spcAft>
            </a:pPr>
            <a:r>
              <a:rPr lang="en-IN" altLang="en-US" sz="1400" b="1">
                <a:latin typeface="Cambria" panose="02040503050406030204" pitchFamily="18" charset="0"/>
              </a:rPr>
              <a:t>REQUIREMENTS</a:t>
            </a:r>
          </a:p>
        </p:txBody>
      </p:sp>
      <p:sp>
        <p:nvSpPr>
          <p:cNvPr id="41988" name="AutoShape 3">
            <a:extLst>
              <a:ext uri="{FF2B5EF4-FFF2-40B4-BE49-F238E27FC236}">
                <a16:creationId xmlns:a16="http://schemas.microsoft.com/office/drawing/2014/main" id="{F11F5190-9DF9-A5DC-FC61-ACC6C410C8F9}"/>
              </a:ext>
            </a:extLst>
          </p:cNvPr>
          <p:cNvSpPr>
            <a:spLocks noChangeArrowheads="1"/>
          </p:cNvSpPr>
          <p:nvPr/>
        </p:nvSpPr>
        <p:spPr bwMode="auto">
          <a:xfrm>
            <a:off x="752475" y="3910013"/>
            <a:ext cx="2474913" cy="631825"/>
          </a:xfrm>
          <a:prstGeom prst="roundRect">
            <a:avLst>
              <a:gd name="adj" fmla="val 16667"/>
            </a:avLst>
          </a:prstGeom>
          <a:gradFill rotWithShape="0">
            <a:gsLst>
              <a:gs pos="0">
                <a:srgbClr val="4EB2ED"/>
              </a:gs>
              <a:gs pos="100000">
                <a:srgbClr val="229AD8"/>
              </a:gs>
            </a:gsLst>
            <a:path path="shape">
              <a:fillToRect l="29999" t="70000" r="70001" b="30000"/>
            </a:path>
          </a:gradFill>
          <a:ln w="9360">
            <a:solidFill>
              <a:srgbClr val="ABD2F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68400" tIns="34200" rIns="68400" bIns="3420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50000"/>
              </a:lnSpc>
              <a:spcAft>
                <a:spcPct val="0"/>
              </a:spcAft>
            </a:pPr>
            <a:r>
              <a:rPr lang="en-IN" altLang="en-US" sz="1400" b="1">
                <a:latin typeface="Cambria" panose="02040503050406030204" pitchFamily="18" charset="0"/>
              </a:rPr>
              <a:t>SOFTWARE </a:t>
            </a:r>
          </a:p>
          <a:p>
            <a:pPr algn="ctr" eaLnBrk="1" hangingPunct="1">
              <a:lnSpc>
                <a:spcPct val="150000"/>
              </a:lnSpc>
              <a:spcAft>
                <a:spcPct val="0"/>
              </a:spcAft>
            </a:pPr>
            <a:r>
              <a:rPr lang="en-IN" altLang="en-US" sz="1400" b="1">
                <a:latin typeface="Cambria" panose="02040503050406030204" pitchFamily="18" charset="0"/>
              </a:rPr>
              <a:t>REQUIREMENTS</a:t>
            </a:r>
          </a:p>
        </p:txBody>
      </p:sp>
      <p:sp>
        <p:nvSpPr>
          <p:cNvPr id="41989" name="Rectangle 4">
            <a:extLst>
              <a:ext uri="{FF2B5EF4-FFF2-40B4-BE49-F238E27FC236}">
                <a16:creationId xmlns:a16="http://schemas.microsoft.com/office/drawing/2014/main" id="{CE2EB1A4-313C-CADD-E364-71173CF7C17B}"/>
              </a:ext>
            </a:extLst>
          </p:cNvPr>
          <p:cNvSpPr>
            <a:spLocks noChangeArrowheads="1"/>
          </p:cNvSpPr>
          <p:nvPr/>
        </p:nvSpPr>
        <p:spPr bwMode="auto">
          <a:xfrm>
            <a:off x="3632200" y="2420938"/>
            <a:ext cx="5160963" cy="2471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41990" name="Rectangle 5">
            <a:extLst>
              <a:ext uri="{FF2B5EF4-FFF2-40B4-BE49-F238E27FC236}">
                <a16:creationId xmlns:a16="http://schemas.microsoft.com/office/drawing/2014/main" id="{F2AFFEB0-E5DE-1C61-4349-904B9E7B43DC}"/>
              </a:ext>
            </a:extLst>
          </p:cNvPr>
          <p:cNvSpPr>
            <a:spLocks noGrp="1" noChangeArrowheads="1"/>
          </p:cNvSpPr>
          <p:nvPr>
            <p:ph type="title" idx="4294967295"/>
          </p:nvPr>
        </p:nvSpPr>
        <p:spPr>
          <a:xfrm>
            <a:off x="387350" y="-3175"/>
            <a:ext cx="8221663" cy="766763"/>
          </a:xfrm>
        </p:spPr>
        <p:txBody>
          <a:bodyPr lIns="90000" tIns="45000" rIns="90000" bIns="45000" anchor="t"/>
          <a:lstStyle/>
          <a:p>
            <a:pPr algn="ctr" eaLnBrk="1" hangingPunct="1">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IN" altLang="en-US" sz="2800" b="1">
                <a:latin typeface="Times New Roman" panose="02020603050405020304" pitchFamily="18" charset="0"/>
                <a:cs typeface="Calibri" panose="020F0502020204030204" pitchFamily="34" charset="0"/>
              </a:rPr>
              <a:t>System Requirements Specification</a:t>
            </a:r>
          </a:p>
        </p:txBody>
      </p:sp>
      <p:sp>
        <p:nvSpPr>
          <p:cNvPr id="41991" name="Text Box 6">
            <a:extLst>
              <a:ext uri="{FF2B5EF4-FFF2-40B4-BE49-F238E27FC236}">
                <a16:creationId xmlns:a16="http://schemas.microsoft.com/office/drawing/2014/main" id="{126EB674-3F96-F7BB-5806-24E13DB45491}"/>
              </a:ext>
            </a:extLst>
          </p:cNvPr>
          <p:cNvSpPr txBox="1">
            <a:spLocks noChangeArrowheads="1"/>
          </p:cNvSpPr>
          <p:nvPr/>
        </p:nvSpPr>
        <p:spPr bwMode="auto">
          <a:xfrm>
            <a:off x="8058150" y="4695825"/>
            <a:ext cx="5476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algn="r" eaLnBrk="1" hangingPunct="1">
              <a:buClr>
                <a:srgbClr val="000000"/>
              </a:buClr>
              <a:buSzPct val="100000"/>
              <a:buFont typeface="Times New Roman" panose="02020603050405020304" pitchFamily="18" charset="0"/>
              <a:buNone/>
            </a:pPr>
            <a:fld id="{09DE6F3E-1A82-42D0-BFCD-62240D9C4D65}" type="slidenum">
              <a:rPr lang="en-IN" altLang="en-US" sz="1200">
                <a:solidFill>
                  <a:srgbClr val="000000"/>
                </a:solidFill>
                <a:latin typeface="Times New Roman" panose="02020603050405020304" pitchFamily="18" charset="0"/>
              </a:rPr>
              <a:pPr algn="r" eaLnBrk="1" hangingPunct="1">
                <a:buClr>
                  <a:srgbClr val="000000"/>
                </a:buClr>
                <a:buSzPct val="100000"/>
                <a:buFont typeface="Times New Roman" panose="02020603050405020304" pitchFamily="18" charset="0"/>
                <a:buNone/>
              </a:pPr>
              <a:t>19</a:t>
            </a:fld>
            <a:endParaRPr lang="en-IN" altLang="en-US" sz="1200">
              <a:solidFill>
                <a:srgbClr val="000000"/>
              </a:solidFill>
              <a:latin typeface="Times New Roman" panose="02020603050405020304" pitchFamily="18" charset="0"/>
            </a:endParaRPr>
          </a:p>
        </p:txBody>
      </p:sp>
      <p:sp>
        <p:nvSpPr>
          <p:cNvPr id="41992" name="Rectangle 7">
            <a:extLst>
              <a:ext uri="{FF2B5EF4-FFF2-40B4-BE49-F238E27FC236}">
                <a16:creationId xmlns:a16="http://schemas.microsoft.com/office/drawing/2014/main" id="{A50F3056-4461-9C0B-C87C-52518A3D1684}"/>
              </a:ext>
            </a:extLst>
          </p:cNvPr>
          <p:cNvSpPr>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1200">
                <a:latin typeface="Times New Roman" panose="02020603050405020304" pitchFamily="18" charset="0"/>
              </a:rPr>
              <a:t>Department of CSE</a:t>
            </a:r>
          </a:p>
        </p:txBody>
      </p:sp>
      <p:sp>
        <p:nvSpPr>
          <p:cNvPr id="41993" name="AutoShape 8">
            <a:extLst>
              <a:ext uri="{FF2B5EF4-FFF2-40B4-BE49-F238E27FC236}">
                <a16:creationId xmlns:a16="http://schemas.microsoft.com/office/drawing/2014/main" id="{62EFB54A-271F-9DC9-99FB-FAC9C392D1B3}"/>
              </a:ext>
            </a:extLst>
          </p:cNvPr>
          <p:cNvSpPr>
            <a:spLocks noChangeArrowheads="1"/>
          </p:cNvSpPr>
          <p:nvPr/>
        </p:nvSpPr>
        <p:spPr bwMode="auto">
          <a:xfrm>
            <a:off x="752475" y="2009775"/>
            <a:ext cx="2474913" cy="573088"/>
          </a:xfrm>
          <a:prstGeom prst="roundRect">
            <a:avLst>
              <a:gd name="adj" fmla="val 16667"/>
            </a:avLst>
          </a:prstGeom>
          <a:gradFill rotWithShape="0">
            <a:gsLst>
              <a:gs pos="0">
                <a:srgbClr val="4EB2ED"/>
              </a:gs>
              <a:gs pos="100000">
                <a:srgbClr val="229AD8"/>
              </a:gs>
            </a:gsLst>
            <a:path path="shape">
              <a:fillToRect l="29999" t="70000" r="70001" b="30000"/>
            </a:path>
          </a:gradFill>
          <a:ln w="9360">
            <a:solidFill>
              <a:srgbClr val="ABD2F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68400" tIns="34200" rIns="68400" bIns="3420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1400" b="1">
                <a:latin typeface="Cambria" panose="02040503050406030204" pitchFamily="18" charset="0"/>
              </a:rPr>
              <a:t>NON-FUNCTIONAL </a:t>
            </a:r>
          </a:p>
          <a:p>
            <a:pPr algn="ctr" eaLnBrk="1" hangingPunct="1">
              <a:lnSpc>
                <a:spcPct val="100000"/>
              </a:lnSpc>
              <a:spcAft>
                <a:spcPct val="0"/>
              </a:spcAft>
            </a:pPr>
            <a:r>
              <a:rPr lang="en-IN" altLang="en-US" sz="1400" b="1">
                <a:latin typeface="Cambria" panose="02040503050406030204" pitchFamily="18" charset="0"/>
              </a:rPr>
              <a:t>REQUIREMENTS</a:t>
            </a:r>
          </a:p>
        </p:txBody>
      </p:sp>
      <p:sp>
        <p:nvSpPr>
          <p:cNvPr id="41994" name="AutoShape 9">
            <a:extLst>
              <a:ext uri="{FF2B5EF4-FFF2-40B4-BE49-F238E27FC236}">
                <a16:creationId xmlns:a16="http://schemas.microsoft.com/office/drawing/2014/main" id="{E5C15510-015C-39BF-84F7-38817275E54B}"/>
              </a:ext>
            </a:extLst>
          </p:cNvPr>
          <p:cNvSpPr>
            <a:spLocks noChangeArrowheads="1"/>
          </p:cNvSpPr>
          <p:nvPr/>
        </p:nvSpPr>
        <p:spPr bwMode="auto">
          <a:xfrm>
            <a:off x="804863" y="974725"/>
            <a:ext cx="2474912" cy="573088"/>
          </a:xfrm>
          <a:prstGeom prst="roundRect">
            <a:avLst>
              <a:gd name="adj" fmla="val 16667"/>
            </a:avLst>
          </a:prstGeom>
          <a:gradFill rotWithShape="0">
            <a:gsLst>
              <a:gs pos="0">
                <a:srgbClr val="4EB2ED"/>
              </a:gs>
              <a:gs pos="100000">
                <a:srgbClr val="229AD8"/>
              </a:gs>
            </a:gsLst>
            <a:path path="shape">
              <a:fillToRect l="29999" t="70000" r="70001" b="30000"/>
            </a:path>
          </a:gradFill>
          <a:ln w="9360">
            <a:solidFill>
              <a:srgbClr val="ABD2F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68400" tIns="34200" rIns="68400" bIns="3420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1400" b="1">
                <a:latin typeface="Cambria" panose="02040503050406030204" pitchFamily="18" charset="0"/>
              </a:rPr>
              <a:t>FUNCTIONAL</a:t>
            </a:r>
          </a:p>
          <a:p>
            <a:pPr algn="ctr" eaLnBrk="1" hangingPunct="1">
              <a:lnSpc>
                <a:spcPct val="100000"/>
              </a:lnSpc>
              <a:spcAft>
                <a:spcPct val="0"/>
              </a:spcAft>
            </a:pPr>
            <a:r>
              <a:rPr lang="en-IN" altLang="en-US" sz="1400" b="1">
                <a:latin typeface="Cambria" panose="02040503050406030204" pitchFamily="18" charset="0"/>
              </a:rPr>
              <a:t>REQUIREMENTS</a:t>
            </a:r>
          </a:p>
        </p:txBody>
      </p:sp>
      <p:sp>
        <p:nvSpPr>
          <p:cNvPr id="41995" name="Rectangle 10">
            <a:extLst>
              <a:ext uri="{FF2B5EF4-FFF2-40B4-BE49-F238E27FC236}">
                <a16:creationId xmlns:a16="http://schemas.microsoft.com/office/drawing/2014/main" id="{26924C75-3D3C-D076-37ED-8FE9AE156DC2}"/>
              </a:ext>
            </a:extLst>
          </p:cNvPr>
          <p:cNvSpPr>
            <a:spLocks noChangeArrowheads="1"/>
          </p:cNvSpPr>
          <p:nvPr/>
        </p:nvSpPr>
        <p:spPr bwMode="auto">
          <a:xfrm>
            <a:off x="3632200" y="2006600"/>
            <a:ext cx="4757738"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169863" indent="-169863">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buSzPct val="45000"/>
              <a:buFont typeface="Wingdings" panose="05000000000000000000" pitchFamily="2" charset="2"/>
              <a:buChar char="Ø"/>
            </a:pPr>
            <a:r>
              <a:rPr lang="en-IN" altLang="en-US" sz="1200">
                <a:latin typeface="Times New Roman" panose="02020603050405020304" pitchFamily="18" charset="0"/>
              </a:rPr>
              <a:t>Easy to use, even for non-literate users. Fast response (within 3–5 seconds).Noise-tolerant and secure. Scalable for more languages</a:t>
            </a:r>
          </a:p>
        </p:txBody>
      </p:sp>
      <p:sp>
        <p:nvSpPr>
          <p:cNvPr id="41996" name="Rectangle 11">
            <a:extLst>
              <a:ext uri="{FF2B5EF4-FFF2-40B4-BE49-F238E27FC236}">
                <a16:creationId xmlns:a16="http://schemas.microsoft.com/office/drawing/2014/main" id="{DA187E85-3C99-6274-C756-76891E6DBB79}"/>
              </a:ext>
            </a:extLst>
          </p:cNvPr>
          <p:cNvSpPr>
            <a:spLocks noChangeArrowheads="1"/>
          </p:cNvSpPr>
          <p:nvPr/>
        </p:nvSpPr>
        <p:spPr bwMode="auto">
          <a:xfrm>
            <a:off x="3632200" y="3019425"/>
            <a:ext cx="45720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169863" indent="-169863">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buSzPct val="45000"/>
              <a:buFont typeface="Wingdings" panose="05000000000000000000" pitchFamily="2" charset="2"/>
              <a:buChar char="Ø"/>
            </a:pPr>
            <a:r>
              <a:rPr lang="en-IN" altLang="en-US" sz="1200">
                <a:latin typeface="Times New Roman" panose="02020603050405020304" pitchFamily="18" charset="0"/>
              </a:rPr>
              <a:t>Client: Android phone/PC with mic/speaker, 2 GB RAM Server: CPU: Minimum 4 GB RAM</a:t>
            </a:r>
          </a:p>
        </p:txBody>
      </p:sp>
      <p:sp>
        <p:nvSpPr>
          <p:cNvPr id="41997" name="Rectangle 12">
            <a:extLst>
              <a:ext uri="{FF2B5EF4-FFF2-40B4-BE49-F238E27FC236}">
                <a16:creationId xmlns:a16="http://schemas.microsoft.com/office/drawing/2014/main" id="{CF3D9EDA-88A0-2C80-C954-1601774FABB9}"/>
              </a:ext>
            </a:extLst>
          </p:cNvPr>
          <p:cNvSpPr>
            <a:spLocks noChangeArrowheads="1"/>
          </p:cNvSpPr>
          <p:nvPr/>
        </p:nvSpPr>
        <p:spPr bwMode="auto">
          <a:xfrm>
            <a:off x="3632200" y="3873500"/>
            <a:ext cx="45720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marL="169863" indent="-169863">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buSzPct val="45000"/>
              <a:buFont typeface="Wingdings" panose="05000000000000000000" pitchFamily="2" charset="2"/>
              <a:buChar char="Ø"/>
            </a:pPr>
            <a:r>
              <a:rPr lang="en-IN" altLang="en-US" sz="1200">
                <a:latin typeface="Times New Roman" panose="02020603050405020304" pitchFamily="18" charset="0"/>
              </a:rPr>
              <a:t>Python 3.8+, Microsoft Azure Account, VSCode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a:extLst>
              <a:ext uri="{FF2B5EF4-FFF2-40B4-BE49-F238E27FC236}">
                <a16:creationId xmlns:a16="http://schemas.microsoft.com/office/drawing/2014/main" id="{3B5C4E6C-6127-1775-27BB-0F3787C5FD1A}"/>
              </a:ext>
            </a:extLst>
          </p:cNvPr>
          <p:cNvSpPr>
            <a:spLocks noChangeArrowheads="1"/>
          </p:cNvSpPr>
          <p:nvPr/>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44035" name="Rectangle 4">
            <a:extLst>
              <a:ext uri="{FF2B5EF4-FFF2-40B4-BE49-F238E27FC236}">
                <a16:creationId xmlns:a16="http://schemas.microsoft.com/office/drawing/2014/main" id="{54F4E4E2-28FB-329D-1296-B3520441DE11}"/>
              </a:ext>
            </a:extLst>
          </p:cNvPr>
          <p:cNvSpPr>
            <a:spLocks noGrp="1" noChangeArrowheads="1"/>
          </p:cNvSpPr>
          <p:nvPr>
            <p:ph type="title" idx="4294967295"/>
          </p:nvPr>
        </p:nvSpPr>
        <p:spPr>
          <a:xfrm>
            <a:off x="0" y="871538"/>
            <a:ext cx="2578100" cy="928687"/>
          </a:xfrm>
        </p:spPr>
        <p:txBody>
          <a:bodyPr tIns="45720" bIns="45720" anchor="ctr"/>
          <a:lstStyle/>
          <a:p>
            <a:pPr eaLnBrk="1" hangingPunct="1">
              <a:lnSpc>
                <a:spcPct val="90000"/>
              </a:lnSpc>
              <a:tabLst>
                <a:tab pos="723900" algn="l"/>
                <a:tab pos="1447800" algn="l"/>
                <a:tab pos="2171700" algn="l"/>
              </a:tabLst>
            </a:pPr>
            <a:r>
              <a:rPr lang="en-IN" altLang="en-US" sz="2800" b="1">
                <a:latin typeface="Times New Roman" panose="02020603050405020304" pitchFamily="18" charset="0"/>
              </a:rPr>
              <a:t>    Gantt Chart</a:t>
            </a:r>
          </a:p>
        </p:txBody>
      </p:sp>
      <p:sp>
        <p:nvSpPr>
          <p:cNvPr id="44036" name="Rectangle 5">
            <a:extLst>
              <a:ext uri="{FF2B5EF4-FFF2-40B4-BE49-F238E27FC236}">
                <a16:creationId xmlns:a16="http://schemas.microsoft.com/office/drawing/2014/main" id="{F5E6574B-7D13-5BC0-FCFF-C2283ECEE534}"/>
              </a:ext>
            </a:extLst>
          </p:cNvPr>
          <p:cNvSpPr>
            <a:spLocks noChangeArrowheads="1"/>
          </p:cNvSpPr>
          <p:nvPr/>
        </p:nvSpPr>
        <p:spPr bwMode="auto">
          <a:xfrm>
            <a:off x="296863" y="1831975"/>
            <a:ext cx="2536825" cy="12700"/>
          </a:xfrm>
          <a:prstGeom prst="rect">
            <a:avLst/>
          </a:prstGeom>
          <a:solidFill>
            <a:srgbClr val="D5D5D5"/>
          </a:solidFill>
          <a:ln>
            <a:noFill/>
          </a:ln>
          <a:effectLst/>
          <a:extLst>
            <a:ext uri="{91240B29-F687-4F45-9708-019B960494DF}">
              <a14:hiddenLine xmlns:a14="http://schemas.microsoft.com/office/drawing/2010/main" w="3240">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44037" name="Text Box 6">
            <a:extLst>
              <a:ext uri="{FF2B5EF4-FFF2-40B4-BE49-F238E27FC236}">
                <a16:creationId xmlns:a16="http://schemas.microsoft.com/office/drawing/2014/main" id="{8FD987A7-7326-F524-5786-69C4E3A31E56}"/>
              </a:ext>
            </a:extLst>
          </p:cNvPr>
          <p:cNvSpPr txBox="1">
            <a:spLocks noChangeArrowheads="1"/>
          </p:cNvSpPr>
          <p:nvPr/>
        </p:nvSpPr>
        <p:spPr bwMode="auto">
          <a:xfrm>
            <a:off x="8172450" y="4760913"/>
            <a:ext cx="468313"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90000"/>
              </a:lnSpc>
              <a:spcAft>
                <a:spcPts val="600"/>
              </a:spcAft>
            </a:pPr>
            <a:fld id="{8CC23B3F-0C65-4D0C-BF0F-8648E0C36B03}" type="slidenum">
              <a:rPr lang="en-IN" altLang="en-US" sz="1200">
                <a:latin typeface="Times New Roman" panose="02020603050405020304" pitchFamily="18" charset="0"/>
                <a:cs typeface="Lucida Sans Unicode" panose="020B0602030504020204" pitchFamily="34" charset="0"/>
              </a:rPr>
              <a:pPr eaLnBrk="1" hangingPunct="1">
                <a:lnSpc>
                  <a:spcPct val="90000"/>
                </a:lnSpc>
                <a:spcAft>
                  <a:spcPts val="600"/>
                </a:spcAft>
              </a:pPr>
              <a:t>20</a:t>
            </a:fld>
            <a:endParaRPr lang="en-IN" altLang="en-US" sz="1200">
              <a:latin typeface="Times New Roman" panose="02020603050405020304" pitchFamily="18" charset="0"/>
              <a:cs typeface="Lucida Sans Unicode" panose="020B0602030504020204" pitchFamily="34" charset="0"/>
            </a:endParaRPr>
          </a:p>
        </p:txBody>
      </p:sp>
      <p:sp>
        <p:nvSpPr>
          <p:cNvPr id="44038" name="Rectangle 7">
            <a:extLst>
              <a:ext uri="{FF2B5EF4-FFF2-40B4-BE49-F238E27FC236}">
                <a16:creationId xmlns:a16="http://schemas.microsoft.com/office/drawing/2014/main" id="{C777FAA5-C470-C4BF-2530-6C6466A82E71}"/>
              </a:ext>
            </a:extLst>
          </p:cNvPr>
          <p:cNvSpPr>
            <a:spLocks noChangeArrowheads="1"/>
          </p:cNvSpPr>
          <p:nvPr/>
        </p:nvSpPr>
        <p:spPr bwMode="auto">
          <a:xfrm>
            <a:off x="3771900" y="4759325"/>
            <a:ext cx="2743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200">
                <a:latin typeface="Times New Roman" panose="02020603050405020304" pitchFamily="18" charset="0"/>
              </a:rPr>
              <a:t>Department of CSE</a:t>
            </a:r>
          </a:p>
        </p:txBody>
      </p:sp>
      <p:pic>
        <p:nvPicPr>
          <p:cNvPr id="44039" name="Picture 8">
            <a:extLst>
              <a:ext uri="{FF2B5EF4-FFF2-40B4-BE49-F238E27FC236}">
                <a16:creationId xmlns:a16="http://schemas.microsoft.com/office/drawing/2014/main" id="{B94C8067-B4E8-F829-2E43-76FB64E54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2775" y="280988"/>
            <a:ext cx="5541963" cy="43068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5">
            <a:extLst>
              <a:ext uri="{FF2B5EF4-FFF2-40B4-BE49-F238E27FC236}">
                <a16:creationId xmlns:a16="http://schemas.microsoft.com/office/drawing/2014/main" id="{4AB6C175-7C7E-0D2C-8BFC-234412868EB5}"/>
              </a:ext>
            </a:extLst>
          </p:cNvPr>
          <p:cNvSpPr>
            <a:spLocks noGrp="1" noChangeArrowheads="1"/>
          </p:cNvSpPr>
          <p:nvPr>
            <p:ph type="title"/>
          </p:nvPr>
        </p:nvSpPr>
        <p:spPr>
          <a:xfrm>
            <a:off x="3201950" y="-55613"/>
            <a:ext cx="2740099" cy="740246"/>
          </a:xfrm>
        </p:spPr>
        <p:txBody>
          <a:bodyPr/>
          <a:lstStyle/>
          <a:p>
            <a:pPr algn="ctr"/>
            <a:r>
              <a:rPr lang="en-US" altLang="en-US" sz="2400" b="1" dirty="0">
                <a:latin typeface="Times New Roman" panose="02020603050405020304" pitchFamily="18" charset="0"/>
                <a:cs typeface="Times New Roman" panose="02020603050405020304" pitchFamily="18" charset="0"/>
              </a:rPr>
              <a:t>                                                                                  RESULTS</a:t>
            </a:r>
            <a:endParaRPr lang="en-IN" altLang="en-US" sz="2400" b="1" dirty="0">
              <a:latin typeface="Times New Roman" panose="02020603050405020304" pitchFamily="18" charset="0"/>
              <a:cs typeface="Times New Roman" panose="02020603050405020304" pitchFamily="18" charset="0"/>
            </a:endParaRPr>
          </a:p>
        </p:txBody>
      </p:sp>
      <p:pic>
        <p:nvPicPr>
          <p:cNvPr id="46083" name="Picture 1">
            <a:extLst>
              <a:ext uri="{FF2B5EF4-FFF2-40B4-BE49-F238E27FC236}">
                <a16:creationId xmlns:a16="http://schemas.microsoft.com/office/drawing/2014/main" id="{45CB8B3C-854A-41D2-F0D2-E726F3804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813" y="842963"/>
            <a:ext cx="7064375"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TextBox 4">
            <a:extLst>
              <a:ext uri="{FF2B5EF4-FFF2-40B4-BE49-F238E27FC236}">
                <a16:creationId xmlns:a16="http://schemas.microsoft.com/office/drawing/2014/main" id="{FCC70281-72D5-C901-48D8-431276A2B953}"/>
              </a:ext>
            </a:extLst>
          </p:cNvPr>
          <p:cNvSpPr txBox="1">
            <a:spLocks noChangeArrowheads="1"/>
          </p:cNvSpPr>
          <p:nvPr/>
        </p:nvSpPr>
        <p:spPr bwMode="auto">
          <a:xfrm>
            <a:off x="2286000" y="3930650"/>
            <a:ext cx="502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Aft>
                <a:spcPts val="1000"/>
              </a:spcAft>
            </a:pPr>
            <a:r>
              <a:rPr lang="en-US" altLang="en-US" sz="1200" i="1">
                <a:latin typeface="Times New Roman" panose="02020603050405020304" pitchFamily="18" charset="0"/>
                <a:cs typeface="Times New Roman" panose="02020603050405020304" pitchFamily="18" charset="0"/>
              </a:rPr>
              <a:t>Figure: Final azure avatar testing and execution</a:t>
            </a:r>
            <a:endParaRPr lang="en-IN" altLang="en-US" sz="1200" i="1">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Box 3">
            <a:extLst>
              <a:ext uri="{FF2B5EF4-FFF2-40B4-BE49-F238E27FC236}">
                <a16:creationId xmlns:a16="http://schemas.microsoft.com/office/drawing/2014/main" id="{336F947B-29EB-584C-659D-753D8E5DB4BD}"/>
              </a:ext>
            </a:extLst>
          </p:cNvPr>
          <p:cNvSpPr txBox="1">
            <a:spLocks noChangeArrowheads="1"/>
          </p:cNvSpPr>
          <p:nvPr/>
        </p:nvSpPr>
        <p:spPr bwMode="auto">
          <a:xfrm>
            <a:off x="2339975" y="4189413"/>
            <a:ext cx="45720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Aft>
                <a:spcPts val="1000"/>
              </a:spcAft>
            </a:pPr>
            <a:r>
              <a:rPr lang="en-US" altLang="en-US" sz="1200" i="1" dirty="0">
                <a:latin typeface="Times New Roman" panose="02020603050405020304" pitchFamily="18" charset="0"/>
                <a:cs typeface="Times New Roman" panose="02020603050405020304" pitchFamily="18" charset="0"/>
              </a:rPr>
              <a:t>Figure 12: The bank application after filling first few fields</a:t>
            </a:r>
            <a:endParaRPr lang="en-IN" altLang="en-US" sz="1200" i="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F7DEACF-B14C-8C34-6AB7-AD1F8057A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0976" y="604671"/>
            <a:ext cx="4842047" cy="323246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5B7FE-55D6-4361-8CDB-AB90A7E6157C}"/>
              </a:ext>
            </a:extLst>
          </p:cNvPr>
          <p:cNvSpPr>
            <a:spLocks noGrp="1"/>
          </p:cNvSpPr>
          <p:nvPr>
            <p:ph type="title"/>
          </p:nvPr>
        </p:nvSpPr>
        <p:spPr>
          <a:xfrm>
            <a:off x="1837668" y="411510"/>
            <a:ext cx="5468663" cy="587797"/>
          </a:xfrm>
        </p:spPr>
        <p:txBody>
          <a:bodyPr/>
          <a:lstStyle/>
          <a:p>
            <a:r>
              <a:rPr lang="en-IN" sz="2400" b="1" dirty="0">
                <a:latin typeface="Times New Roman" panose="02020603050405020304" pitchFamily="18" charset="0"/>
                <a:cs typeface="Times New Roman" panose="02020603050405020304" pitchFamily="18" charset="0"/>
              </a:rPr>
              <a:t>RELIABILITY METRICS ACHIEVED</a:t>
            </a:r>
          </a:p>
        </p:txBody>
      </p:sp>
      <p:pic>
        <p:nvPicPr>
          <p:cNvPr id="3" name="Picture 2">
            <a:extLst>
              <a:ext uri="{FF2B5EF4-FFF2-40B4-BE49-F238E27FC236}">
                <a16:creationId xmlns:a16="http://schemas.microsoft.com/office/drawing/2014/main" id="{EA4D6133-ABF3-4FBD-D939-DE9DC786B0C7}"/>
              </a:ext>
            </a:extLst>
          </p:cNvPr>
          <p:cNvPicPr>
            <a:picLocks noChangeAspect="1"/>
          </p:cNvPicPr>
          <p:nvPr/>
        </p:nvPicPr>
        <p:blipFill>
          <a:blip r:embed="rId2"/>
          <a:stretch>
            <a:fillRect/>
          </a:stretch>
        </p:blipFill>
        <p:spPr>
          <a:xfrm>
            <a:off x="2882745" y="1131590"/>
            <a:ext cx="2985399" cy="2985399"/>
          </a:xfrm>
          <a:prstGeom prst="rect">
            <a:avLst/>
          </a:prstGeom>
        </p:spPr>
      </p:pic>
      <p:sp>
        <p:nvSpPr>
          <p:cNvPr id="4" name="TextBox 3">
            <a:extLst>
              <a:ext uri="{FF2B5EF4-FFF2-40B4-BE49-F238E27FC236}">
                <a16:creationId xmlns:a16="http://schemas.microsoft.com/office/drawing/2014/main" id="{1F883163-5DE4-EF90-5B79-B5EFD78C09D2}"/>
              </a:ext>
            </a:extLst>
          </p:cNvPr>
          <p:cNvSpPr txBox="1"/>
          <p:nvPr/>
        </p:nvSpPr>
        <p:spPr>
          <a:xfrm>
            <a:off x="2755264" y="4132529"/>
            <a:ext cx="3240360" cy="276999"/>
          </a:xfrm>
          <a:prstGeom prst="rect">
            <a:avLst/>
          </a:prstGeom>
          <a:noFill/>
        </p:spPr>
        <p:txBody>
          <a:bodyPr wrap="square" rtlCol="0">
            <a:spAutoFit/>
          </a:bodyPr>
          <a:lstStyle/>
          <a:p>
            <a:pPr algn="ctr"/>
            <a:r>
              <a:rPr lang="en-IN" sz="1200" i="1" dirty="0">
                <a:latin typeface="Times New Roman" panose="02020603050405020304" pitchFamily="18" charset="0"/>
                <a:cs typeface="Times New Roman" panose="02020603050405020304" pitchFamily="18" charset="0"/>
              </a:rPr>
              <a:t>Fig 13: System Quality and Reliability Metrics </a:t>
            </a:r>
          </a:p>
        </p:txBody>
      </p:sp>
    </p:spTree>
    <p:extLst>
      <p:ext uri="{BB962C8B-B14F-4D97-AF65-F5344CB8AC3E}">
        <p14:creationId xmlns:p14="http://schemas.microsoft.com/office/powerpoint/2010/main" val="3675871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8CD8C-2D4E-56F7-3064-DAA5740A2280}"/>
              </a:ext>
            </a:extLst>
          </p:cNvPr>
          <p:cNvSpPr>
            <a:spLocks noGrp="1"/>
          </p:cNvSpPr>
          <p:nvPr>
            <p:ph type="title"/>
          </p:nvPr>
        </p:nvSpPr>
        <p:spPr>
          <a:xfrm>
            <a:off x="3201057" y="411510"/>
            <a:ext cx="2741886" cy="549151"/>
          </a:xfrm>
        </p:spPr>
        <p:txBody>
          <a:bodyPr/>
          <a:lstStyle/>
          <a:p>
            <a:pPr algn="ctr"/>
            <a:r>
              <a:rPr lang="en-IN" sz="2400" b="1" dirty="0"/>
              <a:t>PERFORMANCE</a:t>
            </a:r>
          </a:p>
        </p:txBody>
      </p:sp>
      <p:pic>
        <p:nvPicPr>
          <p:cNvPr id="3" name="Picture 2">
            <a:extLst>
              <a:ext uri="{FF2B5EF4-FFF2-40B4-BE49-F238E27FC236}">
                <a16:creationId xmlns:a16="http://schemas.microsoft.com/office/drawing/2014/main" id="{2332CB50-5140-4B80-A166-02922E35B268}"/>
              </a:ext>
            </a:extLst>
          </p:cNvPr>
          <p:cNvPicPr>
            <a:picLocks noChangeAspect="1"/>
          </p:cNvPicPr>
          <p:nvPr/>
        </p:nvPicPr>
        <p:blipFill>
          <a:blip r:embed="rId2"/>
          <a:stretch>
            <a:fillRect/>
          </a:stretch>
        </p:blipFill>
        <p:spPr>
          <a:xfrm>
            <a:off x="2843808" y="1043438"/>
            <a:ext cx="3219822" cy="3219822"/>
          </a:xfrm>
          <a:prstGeom prst="rect">
            <a:avLst/>
          </a:prstGeom>
        </p:spPr>
      </p:pic>
      <p:sp>
        <p:nvSpPr>
          <p:cNvPr id="4" name="TextBox 3">
            <a:extLst>
              <a:ext uri="{FF2B5EF4-FFF2-40B4-BE49-F238E27FC236}">
                <a16:creationId xmlns:a16="http://schemas.microsoft.com/office/drawing/2014/main" id="{EEAF20B9-A624-12D8-7A6A-7A2847961C2B}"/>
              </a:ext>
            </a:extLst>
          </p:cNvPr>
          <p:cNvSpPr txBox="1"/>
          <p:nvPr/>
        </p:nvSpPr>
        <p:spPr>
          <a:xfrm>
            <a:off x="2951820" y="4263260"/>
            <a:ext cx="3240360" cy="276999"/>
          </a:xfrm>
          <a:prstGeom prst="rect">
            <a:avLst/>
          </a:prstGeom>
          <a:noFill/>
        </p:spPr>
        <p:txBody>
          <a:bodyPr wrap="square" rtlCol="0">
            <a:spAutoFit/>
          </a:bodyPr>
          <a:lstStyle/>
          <a:p>
            <a:pPr algn="ctr"/>
            <a:r>
              <a:rPr lang="en-IN" sz="1200" i="1" dirty="0">
                <a:latin typeface="Times New Roman" panose="02020603050405020304" pitchFamily="18" charset="0"/>
                <a:cs typeface="Times New Roman" panose="02020603050405020304" pitchFamily="18" charset="0"/>
              </a:rPr>
              <a:t>Fig 14:Performance Latency Breakdown</a:t>
            </a:r>
          </a:p>
        </p:txBody>
      </p:sp>
    </p:spTree>
    <p:extLst>
      <p:ext uri="{BB962C8B-B14F-4D97-AF65-F5344CB8AC3E}">
        <p14:creationId xmlns:p14="http://schemas.microsoft.com/office/powerpoint/2010/main" val="2355973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a:extLst>
              <a:ext uri="{FF2B5EF4-FFF2-40B4-BE49-F238E27FC236}">
                <a16:creationId xmlns:a16="http://schemas.microsoft.com/office/drawing/2014/main" id="{D96CACC3-4870-FA54-2FD7-A81EB6BC1534}"/>
              </a:ext>
            </a:extLst>
          </p:cNvPr>
          <p:cNvSpPr>
            <a:spLocks noGrp="1" noChangeArrowheads="1"/>
          </p:cNvSpPr>
          <p:nvPr>
            <p:ph type="title" idx="4294967295"/>
          </p:nvPr>
        </p:nvSpPr>
        <p:spPr>
          <a:xfrm>
            <a:off x="460375" y="496888"/>
            <a:ext cx="8221663" cy="592137"/>
          </a:xfrm>
        </p:spPr>
        <p:txBody>
          <a:bodyPr lIns="90000" tIns="45000" rIns="90000" bIns="45000" anchor="t"/>
          <a:lstStyle/>
          <a:p>
            <a:pPr algn="ctr" eaLnBrk="1" hangingPunct="1">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IN" altLang="en-US" sz="2800" b="1">
                <a:latin typeface="Times New Roman" panose="02020603050405020304" pitchFamily="18" charset="0"/>
              </a:rPr>
              <a:t>Conclusion</a:t>
            </a:r>
          </a:p>
        </p:txBody>
      </p:sp>
      <p:sp>
        <p:nvSpPr>
          <p:cNvPr id="48131" name="Rectangle 2">
            <a:extLst>
              <a:ext uri="{FF2B5EF4-FFF2-40B4-BE49-F238E27FC236}">
                <a16:creationId xmlns:a16="http://schemas.microsoft.com/office/drawing/2014/main" id="{05E62A90-1C49-90A9-327A-0643BC29A64F}"/>
              </a:ext>
            </a:extLst>
          </p:cNvPr>
          <p:cNvSpPr>
            <a:spLocks noGrp="1" noChangeArrowheads="1"/>
          </p:cNvSpPr>
          <p:nvPr>
            <p:ph type="body" idx="4294967295"/>
          </p:nvPr>
        </p:nvSpPr>
        <p:spPr>
          <a:xfrm>
            <a:off x="460375" y="1377950"/>
            <a:ext cx="8221663" cy="2533650"/>
          </a:xfrm>
        </p:spPr>
        <p:txBody>
          <a:bodyPr lIns="90000" tIns="45000" rIns="90000" bIns="45000"/>
          <a:lstStyle/>
          <a:p>
            <a:pPr marL="0" indent="0" algn="just" eaLnBrk="1" hangingPunct="1">
              <a:lnSpc>
                <a:spcPct val="100000"/>
              </a:lnSpc>
              <a:spcBef>
                <a:spcPts val="638"/>
              </a:spcBef>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altLang="en-US" sz="1400"/>
          </a:p>
          <a:p>
            <a:pPr marL="0" indent="0" algn="just" eaLnBrk="1" hangingPunct="1">
              <a:lnSpc>
                <a:spcPct val="100000"/>
              </a:lnSpc>
              <a:spcBef>
                <a:spcPts val="638"/>
              </a:spcBef>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1400"/>
              <a:t>The Voice-Based Banking System using Azure Services successfully demonstrates how artificial intelligence and cloud technologies can simplify banking for regional-language users. By integrating Azure Speech Service, Translator, AI Avatar, and Azure Functions, the system enables Kannada-speaking users to fill bank forms easily through voice interaction. It eliminates the need for English literacy or manual data entry, making the process faster, accurate, and user-friendly.This project promotes digital and financial inclusion, proving that AI-powered voice systems can bridge language barriers and bring modern banking services closer to rural communities</a:t>
            </a:r>
            <a:endParaRPr lang="en-IN" altLang="en-US" sz="1400">
              <a:latin typeface="Times New Roman" panose="02020603050405020304" pitchFamily="18" charset="0"/>
            </a:endParaRPr>
          </a:p>
        </p:txBody>
      </p:sp>
      <p:sp>
        <p:nvSpPr>
          <p:cNvPr id="48132" name="Text Box 3">
            <a:extLst>
              <a:ext uri="{FF2B5EF4-FFF2-40B4-BE49-F238E27FC236}">
                <a16:creationId xmlns:a16="http://schemas.microsoft.com/office/drawing/2014/main" id="{9099D6FB-A91A-D3AB-241F-714DF26B131A}"/>
              </a:ext>
            </a:extLst>
          </p:cNvPr>
          <p:cNvSpPr txBox="1">
            <a:spLocks noChangeArrowheads="1"/>
          </p:cNvSpPr>
          <p:nvPr/>
        </p:nvSpPr>
        <p:spPr bwMode="auto">
          <a:xfrm>
            <a:off x="8523288" y="4695825"/>
            <a:ext cx="547687"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algn="r" eaLnBrk="1" hangingPunct="1">
              <a:buClr>
                <a:srgbClr val="000000"/>
              </a:buClr>
              <a:buSzPct val="100000"/>
              <a:buFont typeface="Times New Roman" panose="02020603050405020304" pitchFamily="18" charset="0"/>
              <a:buNone/>
            </a:pPr>
            <a:fld id="{5341B74C-EA57-46A8-B514-A2BB9956A1BD}" type="slidenum">
              <a:rPr lang="en-IN" altLang="en-US">
                <a:solidFill>
                  <a:srgbClr val="000000"/>
                </a:solidFill>
                <a:latin typeface="Calibri" panose="020F0502020204030204" pitchFamily="34" charset="0"/>
                <a:cs typeface="Lucida Sans Unicode" panose="020B0602030504020204" pitchFamily="34" charset="0"/>
              </a:rPr>
              <a:pPr algn="r" eaLnBrk="1" hangingPunct="1">
                <a:buClr>
                  <a:srgbClr val="000000"/>
                </a:buClr>
                <a:buSzPct val="100000"/>
                <a:buFont typeface="Times New Roman" panose="02020603050405020304" pitchFamily="18" charset="0"/>
                <a:buNone/>
              </a:pPr>
              <a:t>25</a:t>
            </a:fld>
            <a:endParaRPr lang="en-IN" altLang="en-US">
              <a:solidFill>
                <a:srgbClr val="000000"/>
              </a:solidFill>
              <a:latin typeface="Calibri" panose="020F0502020204030204" pitchFamily="34" charset="0"/>
              <a:cs typeface="Lucida Sans Unicode" panose="020B0602030504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
            <a:extLst>
              <a:ext uri="{FF2B5EF4-FFF2-40B4-BE49-F238E27FC236}">
                <a16:creationId xmlns:a16="http://schemas.microsoft.com/office/drawing/2014/main" id="{B2E29276-627C-A84D-6728-55E82964F19F}"/>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6D594D4D-ED59-481E-848D-73EA44327AB1}" type="slidenum">
              <a:rPr lang="en-IN" altLang="en-US" sz="1800">
                <a:latin typeface="Times New Roman" panose="02020603050405020304" pitchFamily="18" charset="0"/>
                <a:cs typeface="Lucida Sans Unicode" panose="020B0602030504020204" pitchFamily="34" charset="0"/>
              </a:rPr>
              <a:pPr algn="r" eaLnBrk="1" hangingPunct="1">
                <a:lnSpc>
                  <a:spcPct val="100000"/>
                </a:lnSpc>
                <a:spcAft>
                  <a:spcPct val="0"/>
                </a:spcAft>
              </a:pPr>
              <a:t>26</a:t>
            </a:fld>
            <a:endParaRPr lang="en-IN" altLang="en-US" sz="1800">
              <a:latin typeface="Times New Roman" panose="02020603050405020304" pitchFamily="18" charset="0"/>
              <a:cs typeface="Lucida Sans Unicode" panose="020B0602030504020204" pitchFamily="34" charset="0"/>
            </a:endParaRPr>
          </a:p>
        </p:txBody>
      </p:sp>
      <p:sp>
        <p:nvSpPr>
          <p:cNvPr id="50179" name="Rectangle 2">
            <a:extLst>
              <a:ext uri="{FF2B5EF4-FFF2-40B4-BE49-F238E27FC236}">
                <a16:creationId xmlns:a16="http://schemas.microsoft.com/office/drawing/2014/main" id="{EB1C6CDE-764F-1010-B557-41D0EB187D44}"/>
              </a:ext>
            </a:extLst>
          </p:cNvPr>
          <p:cNvSpPr>
            <a:spLocks noChangeArrowheads="1"/>
          </p:cNvSpPr>
          <p:nvPr/>
        </p:nvSpPr>
        <p:spPr bwMode="auto">
          <a:xfrm>
            <a:off x="249238" y="149225"/>
            <a:ext cx="8755062"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2600" b="1">
                <a:latin typeface="Times New Roman" panose="02020603050405020304" pitchFamily="18" charset="0"/>
              </a:rPr>
              <a:t>References</a:t>
            </a:r>
          </a:p>
        </p:txBody>
      </p:sp>
      <p:sp>
        <p:nvSpPr>
          <p:cNvPr id="50180" name="Text Box 3">
            <a:extLst>
              <a:ext uri="{FF2B5EF4-FFF2-40B4-BE49-F238E27FC236}">
                <a16:creationId xmlns:a16="http://schemas.microsoft.com/office/drawing/2014/main" id="{1F9CB983-B864-2CC0-038F-6914B853B734}"/>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latin typeface="Times New Roman" panose="02020603050405020304" pitchFamily="18" charset="0"/>
                <a:cs typeface="Lucida Sans Unicode" panose="020B0602030504020204" pitchFamily="34" charset="0"/>
              </a:rPr>
              <a:t>Department of CSE  </a:t>
            </a:r>
          </a:p>
        </p:txBody>
      </p:sp>
      <p:sp>
        <p:nvSpPr>
          <p:cNvPr id="50181" name="Text Box 4">
            <a:extLst>
              <a:ext uri="{FF2B5EF4-FFF2-40B4-BE49-F238E27FC236}">
                <a16:creationId xmlns:a16="http://schemas.microsoft.com/office/drawing/2014/main" id="{074E926F-D744-6113-D957-CA4DA74F026F}"/>
              </a:ext>
            </a:extLst>
          </p:cNvPr>
          <p:cNvSpPr txBox="1">
            <a:spLocks noChangeArrowheads="1"/>
          </p:cNvSpPr>
          <p:nvPr/>
        </p:nvSpPr>
        <p:spPr bwMode="auto">
          <a:xfrm>
            <a:off x="430213" y="-349250"/>
            <a:ext cx="8097837" cy="6237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102000"/>
              </a:lnSpc>
              <a:spcAft>
                <a:spcPts val="1425"/>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9pPr>
          </a:lstStyle>
          <a:p>
            <a:pPr algn="just" eaLnBrk="1" hangingPunct="1">
              <a:lnSpc>
                <a:spcPct val="115000"/>
              </a:lnSpc>
              <a:spcBef>
                <a:spcPts val="638"/>
              </a:spcBef>
              <a:spcAft>
                <a:spcPts val="300"/>
              </a:spcAft>
              <a:buClrTx/>
              <a:buSzTx/>
            </a:pPr>
            <a:r>
              <a:rPr lang="en-IN" altLang="en-US" sz="1400">
                <a:latin typeface="Times New Roman" panose="02020603050405020304" pitchFamily="18" charset="0"/>
                <a:cs typeface="Calibri" panose="020F0502020204030204" pitchFamily="34" charset="0"/>
              </a:rPr>
              <a:t>[1] A. Vaswani et al., “Attention is all you need,” in Proc. Adv. Neural Inf. Process. Syst. (NeurIPS), vol. 30, Dec. 2017, pp. 5998–6008.</a:t>
            </a:r>
          </a:p>
          <a:p>
            <a:pPr algn="just" eaLnBrk="1" hangingPunct="1">
              <a:lnSpc>
                <a:spcPct val="115000"/>
              </a:lnSpc>
              <a:spcBef>
                <a:spcPts val="638"/>
              </a:spcBef>
              <a:spcAft>
                <a:spcPts val="300"/>
              </a:spcAft>
              <a:buClrTx/>
              <a:buSzTx/>
            </a:pPr>
            <a:r>
              <a:rPr lang="en-IN" altLang="en-US" sz="1400">
                <a:latin typeface="Times New Roman" panose="02020603050405020304" pitchFamily="18" charset="0"/>
                <a:cs typeface="Calibri" panose="020F0502020204030204" pitchFamily="34" charset="0"/>
              </a:rPr>
              <a:t>[2] L. Ouyang et al., “Training language models to follow instructions with human feedback,” in Proc. Adv. Neural Inf. Process. Syst. (NeurIPS), vol. 35, Dec. 2022, pp. 27730–27744.</a:t>
            </a:r>
          </a:p>
          <a:p>
            <a:pPr algn="just" eaLnBrk="1" hangingPunct="1">
              <a:lnSpc>
                <a:spcPct val="115000"/>
              </a:lnSpc>
              <a:spcBef>
                <a:spcPts val="638"/>
              </a:spcBef>
              <a:spcAft>
                <a:spcPts val="300"/>
              </a:spcAft>
              <a:buClrTx/>
              <a:buSzTx/>
            </a:pPr>
            <a:r>
              <a:rPr lang="en-IN" altLang="en-US" sz="1400">
                <a:latin typeface="Times New Roman" panose="02020603050405020304" pitchFamily="18" charset="0"/>
                <a:cs typeface="Calibri" panose="020F0502020204030204" pitchFamily="34" charset="0"/>
              </a:rPr>
              <a:t>[3] S. C. Mathew, “The impact of digital financial services on financial inclusion in India: An empirical study,” J. Emerg. Market Finance, vol. 21, no. 1, pp. 77–100, Feb. 2022.</a:t>
            </a:r>
          </a:p>
          <a:p>
            <a:pPr algn="just" eaLnBrk="1" hangingPunct="1">
              <a:lnSpc>
                <a:spcPct val="115000"/>
              </a:lnSpc>
              <a:spcBef>
                <a:spcPts val="638"/>
              </a:spcBef>
              <a:spcAft>
                <a:spcPts val="300"/>
              </a:spcAft>
              <a:buClrTx/>
              <a:buSzTx/>
            </a:pPr>
            <a:r>
              <a:rPr lang="en-IN" altLang="en-US" sz="1400">
                <a:latin typeface="Times New Roman" panose="02020603050405020304" pitchFamily="18" charset="0"/>
                <a:cs typeface="Calibri" panose="020F0502020204030204" pitchFamily="34" charset="0"/>
              </a:rPr>
              <a:t>[4] J. Devlin et al., “BERT: Pre-training of deep bidirectional transformers for language understanding,” in Proc. Conf. North Amer. Chapter Assoc. Comput. Linguist., Hum. Lang. Technol. (NAACL-HLT), Jun. 2019, pp. 4171–4186.</a:t>
            </a:r>
          </a:p>
          <a:p>
            <a:pPr algn="just" eaLnBrk="1" hangingPunct="1">
              <a:lnSpc>
                <a:spcPct val="115000"/>
              </a:lnSpc>
              <a:spcBef>
                <a:spcPts val="638"/>
              </a:spcBef>
              <a:spcAft>
                <a:spcPts val="300"/>
              </a:spcAft>
              <a:buClrTx/>
              <a:buSzTx/>
            </a:pPr>
            <a:r>
              <a:rPr lang="en-IN" altLang="en-US" sz="1400">
                <a:latin typeface="Times New Roman" panose="02020603050405020304" pitchFamily="18" charset="0"/>
                <a:cs typeface="Calibri" panose="020F0502020204030204" pitchFamily="34" charset="0"/>
              </a:rPr>
              <a:t>[5] J. Wei et al., “Chain-of-thought prompting elicits reasoning in large language models,” in Proc. Adv. Neural Inf. Process. Syst. (NeurIPS), vol. 35, Dec. 2022, pp. 24824–24837.</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
            <a:extLst>
              <a:ext uri="{FF2B5EF4-FFF2-40B4-BE49-F238E27FC236}">
                <a16:creationId xmlns:a16="http://schemas.microsoft.com/office/drawing/2014/main" id="{3110CDBF-483D-BD77-59F8-0FFB19F27D23}"/>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5A72D93D-13CC-4129-BA5B-D966638F8A45}" type="slidenum">
              <a:rPr lang="en-IN" altLang="en-US" sz="1800">
                <a:latin typeface="Times New Roman" panose="02020603050405020304" pitchFamily="18" charset="0"/>
                <a:cs typeface="Lucida Sans Unicode" panose="020B0602030504020204" pitchFamily="34" charset="0"/>
              </a:rPr>
              <a:pPr algn="r" eaLnBrk="1" hangingPunct="1">
                <a:lnSpc>
                  <a:spcPct val="100000"/>
                </a:lnSpc>
                <a:spcAft>
                  <a:spcPct val="0"/>
                </a:spcAft>
              </a:pPr>
              <a:t>27</a:t>
            </a:fld>
            <a:endParaRPr lang="en-IN" altLang="en-US" sz="1800">
              <a:latin typeface="Times New Roman" panose="02020603050405020304" pitchFamily="18" charset="0"/>
              <a:cs typeface="Lucida Sans Unicode" panose="020B0602030504020204" pitchFamily="34" charset="0"/>
            </a:endParaRPr>
          </a:p>
        </p:txBody>
      </p:sp>
      <p:sp>
        <p:nvSpPr>
          <p:cNvPr id="52227" name="Text Box 2">
            <a:extLst>
              <a:ext uri="{FF2B5EF4-FFF2-40B4-BE49-F238E27FC236}">
                <a16:creationId xmlns:a16="http://schemas.microsoft.com/office/drawing/2014/main" id="{28D0C890-2951-971A-4824-C852C7E6E172}"/>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latin typeface="Times New Roman" panose="02020603050405020304" pitchFamily="18" charset="0"/>
                <a:cs typeface="Lucida Sans Unicode" panose="020B0602030504020204" pitchFamily="34" charset="0"/>
              </a:rPr>
              <a:t>Department of CSE</a:t>
            </a:r>
            <a:r>
              <a:rPr lang="en-IN" altLang="en-US" sz="1800">
                <a:cs typeface="Lucida Sans Unicode" panose="020B0602030504020204" pitchFamily="34" charset="0"/>
              </a:rPr>
              <a:t>  </a:t>
            </a:r>
          </a:p>
        </p:txBody>
      </p:sp>
      <p:sp>
        <p:nvSpPr>
          <p:cNvPr id="52228" name="Text Box 3">
            <a:extLst>
              <a:ext uri="{FF2B5EF4-FFF2-40B4-BE49-F238E27FC236}">
                <a16:creationId xmlns:a16="http://schemas.microsoft.com/office/drawing/2014/main" id="{82218735-0579-2CD0-DF1C-3D7A506F3C5D}"/>
              </a:ext>
            </a:extLst>
          </p:cNvPr>
          <p:cNvSpPr txBox="1">
            <a:spLocks noChangeArrowheads="1"/>
          </p:cNvSpPr>
          <p:nvPr/>
        </p:nvSpPr>
        <p:spPr bwMode="auto">
          <a:xfrm>
            <a:off x="457200" y="427038"/>
            <a:ext cx="8229600" cy="407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02000"/>
              </a:lnSpc>
              <a:spcAft>
                <a:spcPts val="1425"/>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1408113"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cs typeface="Arial" panose="020B0604020202020204" pitchFamily="34" charset="0"/>
              </a:defRPr>
            </a:lvl9pPr>
          </a:lstStyle>
          <a:p>
            <a:pPr algn="just" eaLnBrk="1" hangingPunct="1">
              <a:lnSpc>
                <a:spcPct val="115000"/>
              </a:lnSpc>
              <a:spcBef>
                <a:spcPts val="300"/>
              </a:spcBef>
              <a:spcAft>
                <a:spcPts val="300"/>
              </a:spcAft>
              <a:buClrTx/>
              <a:buSzTx/>
            </a:pPr>
            <a:r>
              <a:rPr lang="en-IN" altLang="en-US" sz="1400">
                <a:latin typeface="Times New Roman" panose="02020603050405020304" pitchFamily="18" charset="0"/>
                <a:cs typeface="Calibri" panose="020F0502020204030204" pitchFamily="34" charset="0"/>
              </a:rPr>
              <a:t>[6] A. Demirgüç-Kunt et al., “Measuring financial inclusion and the fintech revolution,” World Bank Econ. Rev., vol. 37, no. 2, pp. 315–334, Apr. 2023.</a:t>
            </a:r>
          </a:p>
          <a:p>
            <a:pPr algn="just" eaLnBrk="1" hangingPunct="1">
              <a:lnSpc>
                <a:spcPct val="115000"/>
              </a:lnSpc>
              <a:spcBef>
                <a:spcPts val="300"/>
              </a:spcBef>
              <a:spcAft>
                <a:spcPts val="300"/>
              </a:spcAft>
              <a:buClrTx/>
              <a:buSzTx/>
            </a:pPr>
            <a:r>
              <a:rPr lang="en-IN" altLang="en-US" sz="1400">
                <a:latin typeface="Times New Roman" panose="02020603050405020304" pitchFamily="18" charset="0"/>
                <a:cs typeface="Calibri" panose="020F0502020204030204" pitchFamily="34" charset="0"/>
              </a:rPr>
              <a:t>[7] A. Radford et al., “Improving language understanding by generative pre-training,” in Proc. Int. Conf. Mach. Learn. (ICML) Workshops, Jul. 2018</a:t>
            </a:r>
          </a:p>
          <a:p>
            <a:pPr algn="just" eaLnBrk="1" hangingPunct="1">
              <a:lnSpc>
                <a:spcPct val="115000"/>
              </a:lnSpc>
              <a:spcBef>
                <a:spcPts val="300"/>
              </a:spcBef>
              <a:spcAft>
                <a:spcPts val="300"/>
              </a:spcAft>
              <a:buClrTx/>
              <a:buSzTx/>
            </a:pPr>
            <a:r>
              <a:rPr lang="en-IN" altLang="en-US" sz="1400">
                <a:latin typeface="Times New Roman" panose="02020603050405020304" pitchFamily="18" charset="0"/>
                <a:cs typeface="Calibri" panose="020F0502020204030204" pitchFamily="34" charset="0"/>
              </a:rPr>
              <a:t>[8] T. Brown et al., “Language models are few-shot learners,” in Proc. Adv. Neural Inf. Process. Syst. (NeurIPS), vol. 33, Dec. 2020, pp. 1877–1901.</a:t>
            </a:r>
          </a:p>
          <a:p>
            <a:pPr algn="just" eaLnBrk="1" hangingPunct="1">
              <a:lnSpc>
                <a:spcPct val="115000"/>
              </a:lnSpc>
              <a:spcBef>
                <a:spcPts val="300"/>
              </a:spcBef>
              <a:spcAft>
                <a:spcPts val="300"/>
              </a:spcAft>
              <a:buClrTx/>
              <a:buSzTx/>
            </a:pPr>
            <a:r>
              <a:rPr lang="en-IN" altLang="en-US" sz="1400">
                <a:latin typeface="Times New Roman" panose="02020603050405020304" pitchFamily="18" charset="0"/>
                <a:cs typeface="Calibri" panose="020F0502020204030204" pitchFamily="34" charset="0"/>
              </a:rPr>
              <a:t>[9] P. Sharma and R. K. Gupta, “Overcoming language barriers in FinTech for rural development: A case study of India,” Inf. Technol. Develop., vol. 29, no. 1, pp. 128–147, Jan. 2023.</a:t>
            </a:r>
          </a:p>
          <a:p>
            <a:pPr algn="just" eaLnBrk="1" hangingPunct="1">
              <a:lnSpc>
                <a:spcPct val="115000"/>
              </a:lnSpc>
              <a:spcBef>
                <a:spcPts val="300"/>
              </a:spcBef>
              <a:spcAft>
                <a:spcPts val="300"/>
              </a:spcAft>
              <a:buClrTx/>
              <a:buSzTx/>
            </a:pPr>
            <a:r>
              <a:rPr lang="en-IN" altLang="en-US" sz="1400">
                <a:latin typeface="Times New Roman" panose="02020603050405020304" pitchFamily="18" charset="0"/>
                <a:cs typeface="Calibri" panose="020F0502020204030204" pitchFamily="34" charset="0"/>
              </a:rPr>
              <a:t>[10] A. Baevski et al., “wav2vec 2.0: A framework for self-supervised learning of speech representations,” in Proc. Adv. Neural Inf. Process. Syst. (NeurIPS), vol. 33, Dec. 2020, pp. 12449–12460.</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1">
            <a:extLst>
              <a:ext uri="{FF2B5EF4-FFF2-40B4-BE49-F238E27FC236}">
                <a16:creationId xmlns:a16="http://schemas.microsoft.com/office/drawing/2014/main" id="{E5CD94D9-FE19-8911-AF8F-8712932476FD}"/>
              </a:ext>
            </a:extLst>
          </p:cNvPr>
          <p:cNvSpPr txBox="1">
            <a:spLocks noChangeArrowheads="1"/>
          </p:cNvSpPr>
          <p:nvPr/>
        </p:nvSpPr>
        <p:spPr bwMode="auto">
          <a:xfrm>
            <a:off x="6553200" y="4767263"/>
            <a:ext cx="2133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Lst>
              <a:defRPr sz="2000">
                <a:solidFill>
                  <a:srgbClr val="000000"/>
                </a:solidFill>
                <a:latin typeface="Calibri" panose="020F0502020204030204" pitchFamily="34" charset="0"/>
                <a:cs typeface="Arial" panose="020B0604020202020204" pitchFamily="34" charset="0"/>
              </a:defRPr>
            </a:lvl9pPr>
          </a:lstStyle>
          <a:p>
            <a:pPr algn="r" eaLnBrk="1" hangingPunct="1">
              <a:lnSpc>
                <a:spcPct val="100000"/>
              </a:lnSpc>
              <a:spcAft>
                <a:spcPct val="0"/>
              </a:spcAft>
            </a:pPr>
            <a:fld id="{5BC1862C-4356-4675-985A-9466295CE25F}" type="slidenum">
              <a:rPr lang="en-IN" altLang="en-US" sz="1800">
                <a:latin typeface="Times New Roman" panose="02020603050405020304" pitchFamily="18" charset="0"/>
                <a:cs typeface="Lucida Sans Unicode" panose="020B0602030504020204" pitchFamily="34" charset="0"/>
              </a:rPr>
              <a:pPr algn="r" eaLnBrk="1" hangingPunct="1">
                <a:lnSpc>
                  <a:spcPct val="100000"/>
                </a:lnSpc>
                <a:spcAft>
                  <a:spcPct val="0"/>
                </a:spcAft>
              </a:pPr>
              <a:t>28</a:t>
            </a:fld>
            <a:endParaRPr lang="en-IN" altLang="en-US" sz="1800">
              <a:latin typeface="Times New Roman" panose="02020603050405020304" pitchFamily="18" charset="0"/>
              <a:cs typeface="Lucida Sans Unicode" panose="020B0602030504020204" pitchFamily="34" charset="0"/>
            </a:endParaRPr>
          </a:p>
        </p:txBody>
      </p:sp>
      <p:sp>
        <p:nvSpPr>
          <p:cNvPr id="54275" name="Text Box 2">
            <a:extLst>
              <a:ext uri="{FF2B5EF4-FFF2-40B4-BE49-F238E27FC236}">
                <a16:creationId xmlns:a16="http://schemas.microsoft.com/office/drawing/2014/main" id="{795762DA-CF66-F77F-CB0E-33D54C61FD57}"/>
              </a:ext>
            </a:extLst>
          </p:cNvPr>
          <p:cNvSpPr txBox="1">
            <a:spLocks noChangeArrowheads="1"/>
          </p:cNvSpPr>
          <p:nvPr/>
        </p:nvSpPr>
        <p:spPr bwMode="auto">
          <a:xfrm>
            <a:off x="773113" y="2192338"/>
            <a:ext cx="7597775"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91440" bIns="91440" anchor="ctr"/>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Calibri" panose="020F0502020204030204" pitchFamily="34" charset="0"/>
                <a:cs typeface="Arial" panose="020B0604020202020204" pitchFamily="34" charset="0"/>
              </a:defRPr>
            </a:lvl9pPr>
          </a:lstStyle>
          <a:p>
            <a:pPr algn="ctr" eaLnBrk="1" hangingPunct="1">
              <a:lnSpc>
                <a:spcPct val="100000"/>
              </a:lnSpc>
              <a:spcAft>
                <a:spcPct val="0"/>
              </a:spcAft>
            </a:pPr>
            <a:r>
              <a:rPr lang="en-IN" altLang="en-US" sz="5400" b="1">
                <a:latin typeface="Times New Roman" panose="02020603050405020304" pitchFamily="18" charset="0"/>
              </a:rPr>
              <a:t>Thank You</a:t>
            </a:r>
          </a:p>
        </p:txBody>
      </p:sp>
      <p:sp>
        <p:nvSpPr>
          <p:cNvPr id="54276" name="Text Box 3">
            <a:extLst>
              <a:ext uri="{FF2B5EF4-FFF2-40B4-BE49-F238E27FC236}">
                <a16:creationId xmlns:a16="http://schemas.microsoft.com/office/drawing/2014/main" id="{A0744073-0E8F-3487-0D6C-74B93A4B2FC5}"/>
              </a:ext>
            </a:extLst>
          </p:cNvPr>
          <p:cNvSpPr txBox="1">
            <a:spLocks noChangeArrowheads="1"/>
          </p:cNvSpPr>
          <p:nvPr/>
        </p:nvSpPr>
        <p:spPr bwMode="auto">
          <a:xfrm>
            <a:off x="3124200" y="4767263"/>
            <a:ext cx="28956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Calibri" panose="020F0502020204030204" pitchFamily="34" charset="0"/>
                <a:cs typeface="Arial" panose="020B0604020202020204" pitchFamily="34" charset="0"/>
              </a:defRPr>
            </a:lvl1pPr>
            <a:lvl2pPr>
              <a:lnSpc>
                <a:spcPct val="102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Calibri" panose="020F0502020204030204" pitchFamily="34" charset="0"/>
                <a:cs typeface="Arial" panose="020B0604020202020204" pitchFamily="34" charset="0"/>
              </a:defRPr>
            </a:lvl2pPr>
            <a:lvl3pPr>
              <a:lnSpc>
                <a:spcPct val="102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3pPr>
            <a:lvl4pPr>
              <a:lnSpc>
                <a:spcPct val="102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4pPr>
            <a:lvl5pPr>
              <a:lnSpc>
                <a:spcPct val="102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Calibri" panose="020F0502020204030204" pitchFamily="34" charset="0"/>
                <a:cs typeface="Arial" panose="020B0604020202020204" pitchFamily="34" charset="0"/>
              </a:defRPr>
            </a:lvl9pPr>
          </a:lstStyle>
          <a:p>
            <a:pPr eaLnBrk="1" hangingPunct="1">
              <a:lnSpc>
                <a:spcPct val="100000"/>
              </a:lnSpc>
              <a:spcAft>
                <a:spcPct val="0"/>
              </a:spcAft>
            </a:pPr>
            <a:r>
              <a:rPr lang="en-IN" altLang="en-US" sz="1800">
                <a:latin typeface="Times New Roman" panose="02020603050405020304" pitchFamily="18" charset="0"/>
                <a:cs typeface="Lucida Sans Unicode" panose="020B0602030504020204" pitchFamily="34" charset="0"/>
              </a:rPr>
              <a:t>Department of CSE </a:t>
            </a:r>
            <a:r>
              <a:rPr lang="en-IN" altLang="en-US" sz="1800">
                <a:cs typeface="Lucida Sans Unicode" panose="020B0602030504020204" pitchFamily="34" charset="0"/>
              </a:rPr>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a:majorFont>
      <a:minorFont>
        <a:latin typeface="Calibri"/>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a:majorFont>
      <a:minorFont>
        <a:latin typeface="Calibri"/>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Arial"/>
      </a:majorFont>
      <a:minorFont>
        <a:latin typeface="Calibri"/>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1401</TotalTime>
  <Words>2090</Words>
  <Application>Microsoft Office PowerPoint</Application>
  <PresentationFormat>On-screen Show (16:9)</PresentationFormat>
  <Paragraphs>220</Paragraphs>
  <Slides>28</Slides>
  <Notes>24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28</vt:i4>
      </vt:variant>
    </vt:vector>
  </HeadingPairs>
  <TitlesOfParts>
    <vt:vector size="37" baseType="lpstr">
      <vt:lpstr>Arial</vt:lpstr>
      <vt:lpstr>Calibri</vt:lpstr>
      <vt:lpstr>Cambria</vt:lpstr>
      <vt:lpstr>Lucida Sans Unicode</vt:lpstr>
      <vt:lpstr>Times New Roman</vt:lpstr>
      <vt:lpstr>Wingdings</vt:lpstr>
      <vt:lpstr>Office Theme</vt:lpstr>
      <vt:lpstr>Office Theme</vt:lpstr>
      <vt:lpstr>Office Theme</vt:lpstr>
      <vt:lpstr>PowerPoint Presentation</vt:lpstr>
      <vt:lpstr>Domain of the project</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Design</vt:lpstr>
      <vt:lpstr>Project Design</vt:lpstr>
      <vt:lpstr>Project Design</vt:lpstr>
      <vt:lpstr>Project Design</vt:lpstr>
      <vt:lpstr>Project Design</vt:lpstr>
      <vt:lpstr>Project Design</vt:lpstr>
      <vt:lpstr>Project Design</vt:lpstr>
      <vt:lpstr>System Requirements Specification</vt:lpstr>
      <vt:lpstr>    Gantt Chart</vt:lpstr>
      <vt:lpstr>                                                                                  RESULTS</vt:lpstr>
      <vt:lpstr>PowerPoint Presentation</vt:lpstr>
      <vt:lpstr>RELIABILITY METRICS ACHIEVED</vt:lpstr>
      <vt:lpstr>PERFORMANCE</vt:lpstr>
      <vt:lpstr>Conclusion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Sushrutha Shanbhogue</dc:creator>
  <cp:lastModifiedBy>Sushrutha Shanbhogue</cp:lastModifiedBy>
  <cp:revision>46</cp:revision>
  <cp:lastPrinted>1601-01-01T00:00:00Z</cp:lastPrinted>
  <dcterms:created xsi:type="dcterms:W3CDTF">1601-01-01T00:00:00Z</dcterms:created>
  <dcterms:modified xsi:type="dcterms:W3CDTF">2025-12-06T02:27:39Z</dcterms:modified>
</cp:coreProperties>
</file>